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94" r:id="rId2"/>
  </p:sldMasterIdLst>
  <p:notesMasterIdLst>
    <p:notesMasterId r:id="rId11"/>
  </p:notesMasterIdLst>
  <p:sldIdLst>
    <p:sldId id="256" r:id="rId3"/>
    <p:sldId id="2147478439" r:id="rId4"/>
    <p:sldId id="2147478448" r:id="rId5"/>
    <p:sldId id="2147478444" r:id="rId6"/>
    <p:sldId id="2147478447" r:id="rId7"/>
    <p:sldId id="2147478445" r:id="rId8"/>
    <p:sldId id="2147478446" r:id="rId9"/>
    <p:sldId id="2147471021" r:id="rId10"/>
  </p:sldIdLst>
  <p:sldSz cx="9144000" cy="5143500" type="screen16x9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B3B3B3"/>
    <a:srgbClr val="004B9F"/>
    <a:srgbClr val="4C4948"/>
    <a:srgbClr val="FFA300"/>
    <a:srgbClr val="4D6FFF"/>
    <a:srgbClr val="4F81BD"/>
    <a:srgbClr val="6699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>
        <p:scale>
          <a:sx n="200" d="100"/>
          <a:sy n="200" d="100"/>
        </p:scale>
        <p:origin x="-2556" y="-1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7ADCC-CB8F-4688-B875-5E999238DCB9}" type="datetimeFigureOut">
              <a:rPr lang="zh-TW" altLang="en-US" smtClean="0"/>
              <a:t>2026/1/19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D26978-CB1A-4C1F-98CD-DBB79831E4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757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01AB5-C969-E433-DD64-45EFB113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7F2F8CB-E272-22E1-B553-920F3E81A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97CE3F0-D1A7-2DBD-153F-B65CD2252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044EEA-4A10-99DC-0C7D-B5EBD492A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AD291C-6D2E-4DD1-BF04-0FBBC1CDA1C2}" type="slidenum">
              <a:rPr lang="zh-TW" altLang="en-US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58459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01AB5-C969-E433-DD64-45EFB113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7F2F8CB-E272-22E1-B553-920F3E81A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97CE3F0-D1A7-2DBD-153F-B65CD2252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044EEA-4A10-99DC-0C7D-B5EBD492A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AD291C-6D2E-4DD1-BF04-0FBBC1CDA1C2}" type="slidenum">
              <a:rPr lang="zh-TW" altLang="en-US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41640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01AB5-C969-E433-DD64-45EFB113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7F2F8CB-E272-22E1-B553-920F3E81A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97CE3F0-D1A7-2DBD-153F-B65CD2252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044EEA-4A10-99DC-0C7D-B5EBD492A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AD291C-6D2E-4DD1-BF04-0FBBC1CDA1C2}" type="slidenum">
              <a:rPr lang="zh-TW" altLang="en-US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95500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01AB5-C969-E433-DD64-45EFB113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7F2F8CB-E272-22E1-B553-920F3E81A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97CE3F0-D1A7-2DBD-153F-B65CD2252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044EEA-4A10-99DC-0C7D-B5EBD492A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AD291C-6D2E-4DD1-BF04-0FBBC1CDA1C2}" type="slidenum">
              <a:rPr lang="zh-TW" altLang="en-US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83644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01AB5-C969-E433-DD64-45EFB113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7F2F8CB-E272-22E1-B553-920F3E81A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97CE3F0-D1A7-2DBD-153F-B65CD2252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044EEA-4A10-99DC-0C7D-B5EBD492A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AD291C-6D2E-4DD1-BF04-0FBBC1CDA1C2}" type="slidenum">
              <a:rPr lang="zh-TW" altLang="en-US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89921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01AB5-C969-E433-DD64-45EFB113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7F2F8CB-E272-22E1-B553-920F3E81A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97CE3F0-D1A7-2DBD-153F-B65CD2252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044EEA-4A10-99DC-0C7D-B5EBD492A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AD291C-6D2E-4DD1-BF04-0FBBC1CDA1C2}" type="slidenum">
              <a:rPr lang="zh-TW" altLang="en-US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4441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6978-CB1A-4C1F-98CD-DBB79831E43B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2249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9.svg"/><Relationship Id="rId3" Type="http://schemas.openxmlformats.org/officeDocument/2006/relationships/image" Target="../media/image15.svg"/><Relationship Id="rId7" Type="http://schemas.openxmlformats.org/officeDocument/2006/relationships/image" Target="../media/image17.svg"/><Relationship Id="rId12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11" Type="http://schemas.openxmlformats.org/officeDocument/2006/relationships/image" Target="../media/image9.svg"/><Relationship Id="rId5" Type="http://schemas.openxmlformats.org/officeDocument/2006/relationships/image" Target="../media/image7.sv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1.svg"/><Relationship Id="rId7" Type="http://schemas.openxmlformats.org/officeDocument/2006/relationships/image" Target="../media/image17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11" Type="http://schemas.openxmlformats.org/officeDocument/2006/relationships/image" Target="../media/image9.svg"/><Relationship Id="rId5" Type="http://schemas.openxmlformats.org/officeDocument/2006/relationships/image" Target="../media/image7.sv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3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svg"/><Relationship Id="rId7" Type="http://schemas.openxmlformats.org/officeDocument/2006/relationships/image" Target="../media/image9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image" Target="../media/image29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1.svg"/><Relationship Id="rId7" Type="http://schemas.openxmlformats.org/officeDocument/2006/relationships/image" Target="../media/image9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33.svg"/><Relationship Id="rId5" Type="http://schemas.openxmlformats.org/officeDocument/2006/relationships/image" Target="../media/image7.svg"/><Relationship Id="rId10" Type="http://schemas.openxmlformats.org/officeDocument/2006/relationships/image" Target="../media/image3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4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0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形 12">
            <a:extLst>
              <a:ext uri="{FF2B5EF4-FFF2-40B4-BE49-F238E27FC236}">
                <a16:creationId xmlns:a16="http://schemas.microsoft.com/office/drawing/2014/main" id="{F62F2812-A0B3-4B83-A1FF-B22FBA946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298" y="302981"/>
            <a:ext cx="1551549" cy="270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AA60D39-C300-DDAB-DCBD-02BA7FB05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83792"/>
            <a:ext cx="9144000" cy="1790700"/>
          </a:xfrm>
        </p:spPr>
        <p:txBody>
          <a:bodyPr anchor="ctr"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8819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77" y="224043"/>
            <a:ext cx="8506122" cy="4806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70546"/>
            <a:ext cx="90776" cy="4795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rgbClr val="4D6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pic>
        <p:nvPicPr>
          <p:cNvPr id="35" name="圖形 34">
            <a:extLst>
              <a:ext uri="{FF2B5EF4-FFF2-40B4-BE49-F238E27FC236}">
                <a16:creationId xmlns:a16="http://schemas.microsoft.com/office/drawing/2014/main" id="{72723858-E287-6DEC-3CF0-999B6D354E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687" y="394178"/>
            <a:ext cx="120930" cy="140331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AE8976AC-4DF8-0498-63D2-292C6476A6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9000" y="4768780"/>
            <a:ext cx="1067294" cy="189000"/>
          </a:xfrm>
          <a:prstGeom prst="rect">
            <a:avLst/>
          </a:prstGeom>
        </p:spPr>
      </p:pic>
      <p:pic>
        <p:nvPicPr>
          <p:cNvPr id="4" name="圖形 3">
            <a:extLst>
              <a:ext uri="{FF2B5EF4-FFF2-40B4-BE49-F238E27FC236}">
                <a16:creationId xmlns:a16="http://schemas.microsoft.com/office/drawing/2014/main" id="{B74D2AC0-DFD7-C73D-4DDC-1B659B0D2C6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427E90E-7FB1-6326-9C56-52399F1A5C71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2C50571-4EEF-2E0A-7557-A32459073F5C}"/>
              </a:ext>
            </a:extLst>
          </p:cNvPr>
          <p:cNvSpPr txBox="1"/>
          <p:nvPr userDrawn="1"/>
        </p:nvSpPr>
        <p:spPr>
          <a:xfrm>
            <a:off x="7333581" y="4882300"/>
            <a:ext cx="1363031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8A959F7A-0703-4D5A-BF2E-311B18141313}" type="datetimeyyyy">
              <a:rPr lang="en-US" altLang="zh-TW" sz="45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lang="en-US" altLang="zh-TW" sz="45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 err="1">
                <a:solidFill>
                  <a:schemeClr val="bg1">
                    <a:lumMod val="50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dirty="0">
                <a:solidFill>
                  <a:schemeClr val="bg1">
                    <a:lumMod val="50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</a:t>
            </a:r>
            <a:r>
              <a:rPr lang="en-US" altLang="zh-TW" sz="45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>
                <a:solidFill>
                  <a:schemeClr val="bg1">
                    <a:lumMod val="50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All Rights Reserved.</a:t>
            </a:r>
            <a:endParaRPr lang="zh-TW" altLang="en-US" sz="450" kern="1200" dirty="0">
              <a:solidFill>
                <a:schemeClr val="bg1">
                  <a:lumMod val="50000"/>
                </a:schemeClr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D3F7D7CA-2090-7DC0-9236-EDDB2F516739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D4A2556-07B8-4044-63BD-8A0915CC95D3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EA30908-9C47-0066-C372-CC7278571F22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10" name="圖形 9">
            <a:extLst>
              <a:ext uri="{FF2B5EF4-FFF2-40B4-BE49-F238E27FC236}">
                <a16:creationId xmlns:a16="http://schemas.microsoft.com/office/drawing/2014/main" id="{472CEEB0-827D-FC5F-CA95-7B203697AD4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sp>
        <p:nvSpPr>
          <p:cNvPr id="21" name="內容版面配置區 20">
            <a:extLst>
              <a:ext uri="{FF2B5EF4-FFF2-40B4-BE49-F238E27FC236}">
                <a16:creationId xmlns:a16="http://schemas.microsoft.com/office/drawing/2014/main" id="{315394E8-78BE-E0F3-E766-2BAA6C8C99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8866" y="841773"/>
            <a:ext cx="8505825" cy="379333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A9DDADDE-298C-277D-F664-43E484CD2C5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AEB669-1519-13F6-B76F-CC82DE5AAADC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44E9E81-CFA1-6966-277D-D63969660F98}"/>
              </a:ext>
            </a:extLst>
          </p:cNvPr>
          <p:cNvSpPr txBox="1"/>
          <p:nvPr userDrawn="1"/>
        </p:nvSpPr>
        <p:spPr>
          <a:xfrm>
            <a:off x="7333581" y="4882300"/>
            <a:ext cx="1363031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8A959F7A-0703-4D5A-BF2E-311B18141313}" type="datetimeyyyy">
              <a:rPr lang="en-US" altLang="zh-TW" sz="45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lang="en-US" altLang="zh-TW" sz="45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 err="1">
                <a:solidFill>
                  <a:schemeClr val="bg1">
                    <a:lumMod val="50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dirty="0">
                <a:solidFill>
                  <a:schemeClr val="bg1">
                    <a:lumMod val="50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</a:t>
            </a:r>
            <a:r>
              <a:rPr lang="en-US" altLang="zh-TW" sz="45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>
                <a:solidFill>
                  <a:schemeClr val="bg1">
                    <a:lumMod val="50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All Rights Reserved.</a:t>
            </a:r>
            <a:endParaRPr lang="zh-TW" altLang="en-US" sz="450" kern="1200" dirty="0">
              <a:solidFill>
                <a:schemeClr val="bg1">
                  <a:lumMod val="50000"/>
                </a:schemeClr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8D3F96FD-396C-D361-13FB-09A3DB00BEEF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9577DFE-AEED-B1EC-0D89-E5366C345114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4DF088C-D977-CEB8-217A-AC88FE6723D1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17" name="圖形 16">
            <a:extLst>
              <a:ext uri="{FF2B5EF4-FFF2-40B4-BE49-F238E27FC236}">
                <a16:creationId xmlns:a16="http://schemas.microsoft.com/office/drawing/2014/main" id="{383A990C-67DC-9174-6D18-8CE97168E0D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grpSp>
        <p:nvGrpSpPr>
          <p:cNvPr id="18" name="群組 17">
            <a:extLst>
              <a:ext uri="{FF2B5EF4-FFF2-40B4-BE49-F238E27FC236}">
                <a16:creationId xmlns:a16="http://schemas.microsoft.com/office/drawing/2014/main" id="{2163BC64-43F3-3FB9-C144-1747D4314A83}"/>
              </a:ext>
            </a:extLst>
          </p:cNvPr>
          <p:cNvGrpSpPr/>
          <p:nvPr userDrawn="1"/>
        </p:nvGrpSpPr>
        <p:grpSpPr>
          <a:xfrm>
            <a:off x="189000" y="4768780"/>
            <a:ext cx="1065292" cy="186331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0051C05F-35AE-5377-DF06-876DC148B323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EDD4E350-0972-40C1-AC08-088EA1A56C30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56C93FEF-91AC-D13B-1BA2-0482BBE66EEE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4DD8C680-8299-D65D-6D06-2C45501E23D8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78336361-EB51-FE3B-01C1-9FB2F3DA4410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A15B1AA8-BC02-3238-EF9E-50E19571D3B9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BA35B945-F49B-B2B5-E2D1-C899D88D8C29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2457CCB4-A254-ECE4-C9C7-DAEA0916383C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754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70546"/>
            <a:ext cx="90776" cy="4795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pic>
        <p:nvPicPr>
          <p:cNvPr id="21" name="圖形 20">
            <a:extLst>
              <a:ext uri="{FF2B5EF4-FFF2-40B4-BE49-F238E27FC236}">
                <a16:creationId xmlns:a16="http://schemas.microsoft.com/office/drawing/2014/main" id="{F7D0D2E2-16AA-85C4-E697-2A96EB5710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688" y="394178"/>
            <a:ext cx="120930" cy="140331"/>
          </a:xfrm>
          <a:prstGeom prst="rect">
            <a:avLst/>
          </a:prstGeom>
        </p:spPr>
      </p:pic>
      <p:sp>
        <p:nvSpPr>
          <p:cNvPr id="23" name="內容版面配置區 20">
            <a:extLst>
              <a:ext uri="{FF2B5EF4-FFF2-40B4-BE49-F238E27FC236}">
                <a16:creationId xmlns:a16="http://schemas.microsoft.com/office/drawing/2014/main" id="{A7F24A2F-6F9F-6E5A-D32E-7BBE7ED8DE16}"/>
              </a:ext>
            </a:extLst>
          </p:cNvPr>
          <p:cNvSpPr>
            <a:spLocks noGrp="1"/>
          </p:cNvSpPr>
          <p:nvPr userDrawn="1">
            <p:ph sz="quarter" idx="10"/>
          </p:nvPr>
        </p:nvSpPr>
        <p:spPr>
          <a:xfrm>
            <a:off x="448866" y="841773"/>
            <a:ext cx="8505825" cy="379333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8748F3E-C43A-B93D-D9D1-DA1A0064C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77" y="224043"/>
            <a:ext cx="8506122" cy="4806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2958CF40-3D93-A31D-0E16-FEB56E03C8F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9000" y="4768780"/>
            <a:ext cx="1067294" cy="189000"/>
          </a:xfrm>
          <a:prstGeom prst="rect">
            <a:avLst/>
          </a:prstGeom>
        </p:spPr>
      </p:pic>
      <p:pic>
        <p:nvPicPr>
          <p:cNvPr id="12" name="圖形 11">
            <a:extLst>
              <a:ext uri="{FF2B5EF4-FFF2-40B4-BE49-F238E27FC236}">
                <a16:creationId xmlns:a16="http://schemas.microsoft.com/office/drawing/2014/main" id="{CC45F832-4C86-DC98-0740-8928E86E498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8692584C-9ECC-1508-01A7-0425470CCEBA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A235895-591E-65E1-672F-DC603E84E89D}"/>
              </a:ext>
            </a:extLst>
          </p:cNvPr>
          <p:cNvSpPr txBox="1"/>
          <p:nvPr userDrawn="1"/>
        </p:nvSpPr>
        <p:spPr>
          <a:xfrm>
            <a:off x="7333581" y="4882300"/>
            <a:ext cx="1363031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8A959F7A-0703-4D5A-BF2E-311B18141313}" type="datetimeyyyy">
              <a:rPr lang="en-US" altLang="zh-TW" sz="450" kern="1200" smtClean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 err="1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</a:t>
            </a:r>
            <a:r>
              <a:rPr lang="en-US" altLang="zh-TW" sz="450" baseline="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All Rights Reserved.</a:t>
            </a:r>
            <a:endParaRPr lang="zh-TW" altLang="en-US" sz="450" kern="1200" dirty="0">
              <a:solidFill>
                <a:schemeClr val="tx1"/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C80B3219-4F61-F3A5-52AB-31A190D229AD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F1F40D3-2D9B-6143-B0DA-D4C022CD2822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DC64AE5-C488-170A-A1AF-0256EBA648F0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18" name="圖形 17">
            <a:extLst>
              <a:ext uri="{FF2B5EF4-FFF2-40B4-BE49-F238E27FC236}">
                <a16:creationId xmlns:a16="http://schemas.microsoft.com/office/drawing/2014/main" id="{A71DE1C5-2F75-7117-1BD9-F99F1C61654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pic>
        <p:nvPicPr>
          <p:cNvPr id="19" name="圖形 18">
            <a:extLst>
              <a:ext uri="{FF2B5EF4-FFF2-40B4-BE49-F238E27FC236}">
                <a16:creationId xmlns:a16="http://schemas.microsoft.com/office/drawing/2014/main" id="{EE4F3B09-0075-EE38-63CA-DD826C77262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C271E1AF-2DC7-4A8F-67A2-232E72A082E4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9A27A6C-B8DE-4AF3-480B-BC73AEC3D36F}"/>
              </a:ext>
            </a:extLst>
          </p:cNvPr>
          <p:cNvSpPr txBox="1"/>
          <p:nvPr userDrawn="1"/>
        </p:nvSpPr>
        <p:spPr>
          <a:xfrm>
            <a:off x="7333581" y="4882300"/>
            <a:ext cx="1363031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8A959F7A-0703-4D5A-BF2E-311B18141313}" type="datetimeyyyy">
              <a:rPr lang="en-US" altLang="zh-TW" sz="450" kern="1200" smtClean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 err="1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</a:t>
            </a:r>
            <a:r>
              <a:rPr lang="en-US" altLang="zh-TW" sz="450" baseline="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All Rights Reserved.</a:t>
            </a:r>
            <a:endParaRPr lang="zh-TW" altLang="en-US" sz="450" kern="1200" dirty="0">
              <a:solidFill>
                <a:schemeClr val="tx1"/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358BD0BE-3290-FD9D-1FFD-45E92208C1AF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3A3C262-4491-B2A4-F909-9680A6460946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693993B-181D-B060-F0C0-7FE6B03C0365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27" name="圖形 26">
            <a:extLst>
              <a:ext uri="{FF2B5EF4-FFF2-40B4-BE49-F238E27FC236}">
                <a16:creationId xmlns:a16="http://schemas.microsoft.com/office/drawing/2014/main" id="{8DFBC083-95E4-D880-3FC0-F266B2B6024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grpSp>
        <p:nvGrpSpPr>
          <p:cNvPr id="28" name="群組 27">
            <a:extLst>
              <a:ext uri="{FF2B5EF4-FFF2-40B4-BE49-F238E27FC236}">
                <a16:creationId xmlns:a16="http://schemas.microsoft.com/office/drawing/2014/main" id="{79B5D9B6-9D09-5212-7C93-A83B749B8376}"/>
              </a:ext>
            </a:extLst>
          </p:cNvPr>
          <p:cNvGrpSpPr/>
          <p:nvPr userDrawn="1"/>
        </p:nvGrpSpPr>
        <p:grpSpPr>
          <a:xfrm>
            <a:off x="189000" y="4768780"/>
            <a:ext cx="1065292" cy="186331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CFB168BC-D0F1-8947-A77C-BA54DAC0A0D4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D08F4001-D78E-7C47-6DD7-71A74B0F9744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15BC49A1-16C4-E558-410C-E26BCD765818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708BB165-C21E-9DD3-138C-2E4ACEFE44E1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E0E7DE1B-80A4-751B-3D46-CB7862C45AD0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975CBD10-7222-83D7-631B-0E077D134093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6AC1EF25-D585-239A-2EA2-66E011B6A95C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4672AB54-0A2C-C607-9EDD-AC15955855F5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52295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70546"/>
            <a:ext cx="90776" cy="4795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69C5EA23-E67E-7EB6-D163-A7B68ACF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77" y="224043"/>
            <a:ext cx="8506123" cy="4806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DB35D5B3-68AD-B0EB-0375-E94EF3C0B3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687" y="394178"/>
            <a:ext cx="120930" cy="140331"/>
          </a:xfrm>
          <a:prstGeom prst="rect">
            <a:avLst/>
          </a:prstGeom>
        </p:spPr>
      </p:pic>
      <p:sp>
        <p:nvSpPr>
          <p:cNvPr id="14" name="內容版面配置區 20">
            <a:extLst>
              <a:ext uri="{FF2B5EF4-FFF2-40B4-BE49-F238E27FC236}">
                <a16:creationId xmlns:a16="http://schemas.microsoft.com/office/drawing/2014/main" id="{FCE26F2E-0BA3-A4EF-9737-3AFC87E73E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8866" y="841773"/>
            <a:ext cx="8505825" cy="379333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pic>
        <p:nvPicPr>
          <p:cNvPr id="2" name="圖形 1">
            <a:extLst>
              <a:ext uri="{FF2B5EF4-FFF2-40B4-BE49-F238E27FC236}">
                <a16:creationId xmlns:a16="http://schemas.microsoft.com/office/drawing/2014/main" id="{FF429EE8-D02D-6E2E-F2CD-EA90FAA204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9000" y="4768780"/>
            <a:ext cx="1067294" cy="189000"/>
          </a:xfrm>
          <a:prstGeom prst="rect">
            <a:avLst/>
          </a:prstGeom>
        </p:spPr>
      </p:pic>
      <p:pic>
        <p:nvPicPr>
          <p:cNvPr id="8" name="圖形 7">
            <a:extLst>
              <a:ext uri="{FF2B5EF4-FFF2-40B4-BE49-F238E27FC236}">
                <a16:creationId xmlns:a16="http://schemas.microsoft.com/office/drawing/2014/main" id="{10361033-6F31-8FFA-E026-E92D788E75C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BDF5513C-2083-8EFF-AE42-2A33B58885ED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0BBD694-F599-3813-8573-94B548738561}"/>
              </a:ext>
            </a:extLst>
          </p:cNvPr>
          <p:cNvSpPr txBox="1"/>
          <p:nvPr userDrawn="1"/>
        </p:nvSpPr>
        <p:spPr>
          <a:xfrm>
            <a:off x="7333581" y="4882300"/>
            <a:ext cx="1363031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8A959F7A-0703-4D5A-BF2E-311B18141313}" type="datetimeyyyy">
              <a:rPr lang="en-US" altLang="zh-TW" sz="450" kern="1200" smtClean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 err="1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</a:t>
            </a:r>
            <a:r>
              <a:rPr lang="en-US" altLang="zh-TW" sz="450" baseline="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All Rights Reserved.</a:t>
            </a:r>
            <a:endParaRPr lang="zh-TW" altLang="en-US" sz="450" kern="1200" dirty="0">
              <a:solidFill>
                <a:schemeClr val="tx1"/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59C7CD85-4A78-27F7-FEB9-E1A6789C0ADF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5F38243-8393-7DA7-7A38-A095BA99509C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56B11E8-0223-81CB-73F2-5EE4729146E2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20" name="圖形 19">
            <a:extLst>
              <a:ext uri="{FF2B5EF4-FFF2-40B4-BE49-F238E27FC236}">
                <a16:creationId xmlns:a16="http://schemas.microsoft.com/office/drawing/2014/main" id="{CA4708F8-6C7B-AE76-E88F-3BFBE150F08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pic>
        <p:nvPicPr>
          <p:cNvPr id="21" name="圖形 20">
            <a:extLst>
              <a:ext uri="{FF2B5EF4-FFF2-40B4-BE49-F238E27FC236}">
                <a16:creationId xmlns:a16="http://schemas.microsoft.com/office/drawing/2014/main" id="{6C1F1177-FF09-9C33-029F-1F7E0D87773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037CF33F-35F3-A436-96CD-546E14F24D70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8A3C600-F830-E6F9-1905-8D20516B123E}"/>
              </a:ext>
            </a:extLst>
          </p:cNvPr>
          <p:cNvSpPr txBox="1"/>
          <p:nvPr userDrawn="1"/>
        </p:nvSpPr>
        <p:spPr>
          <a:xfrm>
            <a:off x="7333581" y="4882300"/>
            <a:ext cx="1363031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8A959F7A-0703-4D5A-BF2E-311B18141313}" type="datetimeyyyy">
              <a:rPr lang="en-US" altLang="zh-TW" sz="450" kern="1200" smtClean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 err="1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</a:t>
            </a:r>
            <a:r>
              <a:rPr lang="en-US" altLang="zh-TW" sz="450" baseline="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All Rights Reserved.</a:t>
            </a:r>
            <a:endParaRPr lang="zh-TW" altLang="en-US" sz="450" kern="1200" dirty="0">
              <a:solidFill>
                <a:schemeClr val="tx1"/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98B4A44D-841C-807E-1ED9-22C5959C9C2B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581735F-B516-31C6-C54B-4CDE427CB348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F5D8361-D4DC-18E9-AAFF-650930310EB9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27" name="圖形 26">
            <a:extLst>
              <a:ext uri="{FF2B5EF4-FFF2-40B4-BE49-F238E27FC236}">
                <a16:creationId xmlns:a16="http://schemas.microsoft.com/office/drawing/2014/main" id="{67F76EEE-D446-BCBB-9BDB-A2BA56D34EF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grpSp>
        <p:nvGrpSpPr>
          <p:cNvPr id="28" name="群組 27">
            <a:extLst>
              <a:ext uri="{FF2B5EF4-FFF2-40B4-BE49-F238E27FC236}">
                <a16:creationId xmlns:a16="http://schemas.microsoft.com/office/drawing/2014/main" id="{F9CA146B-870E-3F32-CE7B-57A93A55AE48}"/>
              </a:ext>
            </a:extLst>
          </p:cNvPr>
          <p:cNvGrpSpPr/>
          <p:nvPr userDrawn="1"/>
        </p:nvGrpSpPr>
        <p:grpSpPr>
          <a:xfrm>
            <a:off x="189000" y="4768780"/>
            <a:ext cx="1065292" cy="186331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970001F6-C8D2-1593-0241-9506EBB7BC73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3E523F5A-3D74-7464-E6FF-77EE7B5104A3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79EFABCB-18A5-B4AB-F4B3-A1251D26DC62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F160CAFD-E46B-C6D7-8E06-B500F0A6B177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31F503C6-7ED9-0488-D623-618E00A6D5BE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D2B74D44-7ABC-822B-8C1A-C0EDACF5292C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6BF747AF-0E3B-5E51-3C7E-C69DC6378B28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74A55058-314E-7EF2-B40B-723DE797053A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2598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70546"/>
            <a:ext cx="90776" cy="4795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rgbClr val="D146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18258E08-0734-CB15-E6E3-7359328C2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77" y="224043"/>
            <a:ext cx="8506123" cy="4806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4E4B60C7-B754-4305-4CF1-2278A1189F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687" y="394178"/>
            <a:ext cx="120930" cy="140331"/>
          </a:xfrm>
          <a:prstGeom prst="rect">
            <a:avLst/>
          </a:prstGeom>
        </p:spPr>
      </p:pic>
      <p:sp>
        <p:nvSpPr>
          <p:cNvPr id="14" name="內容版面配置區 20">
            <a:extLst>
              <a:ext uri="{FF2B5EF4-FFF2-40B4-BE49-F238E27FC236}">
                <a16:creationId xmlns:a16="http://schemas.microsoft.com/office/drawing/2014/main" id="{0000CA5C-9675-A985-A501-4945E22706C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8866" y="841773"/>
            <a:ext cx="8505825" cy="379333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pic>
        <p:nvPicPr>
          <p:cNvPr id="2" name="圖形 1">
            <a:extLst>
              <a:ext uri="{FF2B5EF4-FFF2-40B4-BE49-F238E27FC236}">
                <a16:creationId xmlns:a16="http://schemas.microsoft.com/office/drawing/2014/main" id="{3E7B054B-34A3-2E55-1867-A64041D8E8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9000" y="4768780"/>
            <a:ext cx="1067294" cy="189000"/>
          </a:xfrm>
          <a:prstGeom prst="rect">
            <a:avLst/>
          </a:prstGeom>
        </p:spPr>
      </p:pic>
      <p:pic>
        <p:nvPicPr>
          <p:cNvPr id="8" name="圖形 7">
            <a:extLst>
              <a:ext uri="{FF2B5EF4-FFF2-40B4-BE49-F238E27FC236}">
                <a16:creationId xmlns:a16="http://schemas.microsoft.com/office/drawing/2014/main" id="{24110A1B-23F9-9F3C-5F10-DF86ECA2C99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F5A7C406-88AD-B012-AF5D-564F894EFF9E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CE01FEF-4BF8-0EF6-E818-DE7C19225DD5}"/>
              </a:ext>
            </a:extLst>
          </p:cNvPr>
          <p:cNvSpPr txBox="1"/>
          <p:nvPr userDrawn="1"/>
        </p:nvSpPr>
        <p:spPr>
          <a:xfrm>
            <a:off x="7333581" y="4882300"/>
            <a:ext cx="1363031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8A959F7A-0703-4D5A-BF2E-311B18141313}" type="datetimeyyyy">
              <a:rPr lang="en-US" altLang="zh-TW" sz="450" kern="1200" smtClean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 err="1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</a:t>
            </a:r>
            <a:r>
              <a:rPr lang="en-US" altLang="zh-TW" sz="450" baseline="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All Rights Reserved.</a:t>
            </a:r>
            <a:endParaRPr lang="zh-TW" altLang="en-US" sz="450" kern="1200" dirty="0">
              <a:solidFill>
                <a:schemeClr val="tx1"/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95D5457D-2DE8-F681-BE65-BA1C13544EE3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0FB6175-4137-A5EC-E92B-C916B0710E84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1EF459F-C649-181C-BA67-5CB3CF8DC5E5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20" name="圖形 19">
            <a:extLst>
              <a:ext uri="{FF2B5EF4-FFF2-40B4-BE49-F238E27FC236}">
                <a16:creationId xmlns:a16="http://schemas.microsoft.com/office/drawing/2014/main" id="{DEE3DC94-0235-5F72-A477-E353D541385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pic>
        <p:nvPicPr>
          <p:cNvPr id="21" name="圖形 20">
            <a:extLst>
              <a:ext uri="{FF2B5EF4-FFF2-40B4-BE49-F238E27FC236}">
                <a16:creationId xmlns:a16="http://schemas.microsoft.com/office/drawing/2014/main" id="{7E9D3147-244B-E771-7397-46C8B04AADD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D4A04949-EA60-9A86-9EFD-3FE9D724D4AC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9C10E09-A8E9-E87B-3B2F-2CE86DFCF4C2}"/>
              </a:ext>
            </a:extLst>
          </p:cNvPr>
          <p:cNvSpPr txBox="1"/>
          <p:nvPr userDrawn="1"/>
        </p:nvSpPr>
        <p:spPr>
          <a:xfrm>
            <a:off x="7333581" y="4882300"/>
            <a:ext cx="1363031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8A959F7A-0703-4D5A-BF2E-311B18141313}" type="datetimeyyyy">
              <a:rPr lang="en-US" altLang="zh-TW" sz="450" kern="1200" smtClean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 err="1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</a:t>
            </a:r>
            <a:r>
              <a:rPr lang="en-US" altLang="zh-TW" sz="450" baseline="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All Rights Reserved.</a:t>
            </a:r>
            <a:endParaRPr lang="zh-TW" altLang="en-US" sz="450" kern="1200" dirty="0">
              <a:solidFill>
                <a:schemeClr val="tx1"/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DE88879F-F984-B2C7-B22E-565CB10E3A10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9536B2C-55F5-436E-6B23-55EDEB735059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4B2B01A-9C76-34A4-C910-AA1A322E16D4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</a:t>
              </a:r>
              <a:r>
                <a:rPr lang="en-US" altLang="zh-TW" sz="450" b="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 C</a:t>
              </a:r>
              <a:endParaRPr lang="zh-TW" altLang="en-US" sz="450" b="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27" name="圖形 26">
            <a:extLst>
              <a:ext uri="{FF2B5EF4-FFF2-40B4-BE49-F238E27FC236}">
                <a16:creationId xmlns:a16="http://schemas.microsoft.com/office/drawing/2014/main" id="{96ED33B9-6532-7208-67E1-DF6BF7D90F4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grpSp>
        <p:nvGrpSpPr>
          <p:cNvPr id="28" name="群組 27">
            <a:extLst>
              <a:ext uri="{FF2B5EF4-FFF2-40B4-BE49-F238E27FC236}">
                <a16:creationId xmlns:a16="http://schemas.microsoft.com/office/drawing/2014/main" id="{5F5389B3-7770-9EBE-7322-26BA7FBC45DC}"/>
              </a:ext>
            </a:extLst>
          </p:cNvPr>
          <p:cNvGrpSpPr/>
          <p:nvPr userDrawn="1"/>
        </p:nvGrpSpPr>
        <p:grpSpPr>
          <a:xfrm>
            <a:off x="189000" y="4768780"/>
            <a:ext cx="1065292" cy="186331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DC759D99-15B1-A01B-008B-BCA6F9C92BDA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35A31BFA-47BE-7ECA-9B78-9C10724F5F6D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5BFC1A36-03F1-5362-B5FA-225AEAF1F265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7B9079C4-E1AB-4025-FFD4-3E8764CD6875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06991701-ED8B-6108-A466-C3168FDE74FE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B6080925-456E-5777-C4E7-7CF05A18B77B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BF3AB9C8-E4DC-97CB-7BAE-B8E0D5376222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4799CCF9-42AD-B370-42DD-04C9D13E60AF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6027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70546"/>
            <a:ext cx="90776" cy="4795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rgbClr val="BFD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D3FDA157-BA67-43D4-69DE-BBA410C7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77" y="224043"/>
            <a:ext cx="8506123" cy="4806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EF7E6CC6-8092-ECAB-9602-5CFC98D8DE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687" y="394178"/>
            <a:ext cx="120930" cy="140331"/>
          </a:xfrm>
          <a:prstGeom prst="rect">
            <a:avLst/>
          </a:prstGeom>
        </p:spPr>
      </p:pic>
      <p:sp>
        <p:nvSpPr>
          <p:cNvPr id="14" name="內容版面配置區 20">
            <a:extLst>
              <a:ext uri="{FF2B5EF4-FFF2-40B4-BE49-F238E27FC236}">
                <a16:creationId xmlns:a16="http://schemas.microsoft.com/office/drawing/2014/main" id="{8C4FF2FF-315F-3AEE-0DC0-ED0040FBFE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8866" y="841773"/>
            <a:ext cx="8505825" cy="379333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pic>
        <p:nvPicPr>
          <p:cNvPr id="2" name="圖形 1">
            <a:extLst>
              <a:ext uri="{FF2B5EF4-FFF2-40B4-BE49-F238E27FC236}">
                <a16:creationId xmlns:a16="http://schemas.microsoft.com/office/drawing/2014/main" id="{20043A2D-6AF2-CC59-61FE-88A2C67A69E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9000" y="4768780"/>
            <a:ext cx="1067294" cy="189000"/>
          </a:xfrm>
          <a:prstGeom prst="rect">
            <a:avLst/>
          </a:prstGeom>
        </p:spPr>
      </p:pic>
      <p:pic>
        <p:nvPicPr>
          <p:cNvPr id="8" name="圖形 7">
            <a:extLst>
              <a:ext uri="{FF2B5EF4-FFF2-40B4-BE49-F238E27FC236}">
                <a16:creationId xmlns:a16="http://schemas.microsoft.com/office/drawing/2014/main" id="{14A01499-60D7-FBC0-5B58-30252C27389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A8E608C2-BE30-9AB8-FB24-CA3EB2BFE77F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0F5FE0B-97A0-3272-9996-964532B78E51}"/>
              </a:ext>
            </a:extLst>
          </p:cNvPr>
          <p:cNvSpPr txBox="1"/>
          <p:nvPr userDrawn="1"/>
        </p:nvSpPr>
        <p:spPr>
          <a:xfrm>
            <a:off x="7333581" y="4882300"/>
            <a:ext cx="1363031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8A959F7A-0703-4D5A-BF2E-311B18141313}" type="datetimeyyyy">
              <a:rPr lang="en-US" altLang="zh-TW" sz="450" kern="1200" smtClean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 err="1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</a:t>
            </a:r>
            <a:r>
              <a:rPr lang="en-US" altLang="zh-TW" sz="450" baseline="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All Rights Reserved.</a:t>
            </a:r>
            <a:endParaRPr lang="zh-TW" altLang="en-US" sz="450" kern="1200" dirty="0">
              <a:solidFill>
                <a:schemeClr val="tx1"/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D37760F3-9C9F-4E44-96CD-BA01F92DCA5B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3EB6DA7-FD93-7B3A-FD81-81329849B89F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2586139-A7B5-46CB-F3C4-CDA61F5FAAB9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20" name="圖形 19">
            <a:extLst>
              <a:ext uri="{FF2B5EF4-FFF2-40B4-BE49-F238E27FC236}">
                <a16:creationId xmlns:a16="http://schemas.microsoft.com/office/drawing/2014/main" id="{9D1F16FD-FBB3-5F4D-033A-2FD296B001B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pic>
        <p:nvPicPr>
          <p:cNvPr id="21" name="圖形 20">
            <a:extLst>
              <a:ext uri="{FF2B5EF4-FFF2-40B4-BE49-F238E27FC236}">
                <a16:creationId xmlns:a16="http://schemas.microsoft.com/office/drawing/2014/main" id="{9CA80779-FFF0-99C2-7C28-C3673F013D5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BA579D07-929C-0A6E-779A-D2A38AE91EC4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EBE3D01-F1CC-CCD7-EBF7-07F4C4AEB259}"/>
              </a:ext>
            </a:extLst>
          </p:cNvPr>
          <p:cNvSpPr txBox="1"/>
          <p:nvPr userDrawn="1"/>
        </p:nvSpPr>
        <p:spPr>
          <a:xfrm>
            <a:off x="7333581" y="4882300"/>
            <a:ext cx="1363031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8A959F7A-0703-4D5A-BF2E-311B18141313}" type="datetimeyyyy">
              <a:rPr lang="en-US" altLang="zh-TW" sz="450" kern="1200" smtClean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 err="1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</a:t>
            </a:r>
            <a:r>
              <a:rPr lang="en-US" altLang="zh-TW" sz="450" baseline="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All Rights Reserved.</a:t>
            </a:r>
            <a:endParaRPr lang="zh-TW" altLang="en-US" sz="450" kern="1200" dirty="0">
              <a:solidFill>
                <a:schemeClr val="tx1"/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36556AD6-3A07-11A9-9132-51A5E9A7FC15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DAB5965-775B-B6AB-08D0-ADEE185AA8CF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A0BC706-42E0-A5CD-1600-DEB993BA7D69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27" name="圖形 26">
            <a:extLst>
              <a:ext uri="{FF2B5EF4-FFF2-40B4-BE49-F238E27FC236}">
                <a16:creationId xmlns:a16="http://schemas.microsoft.com/office/drawing/2014/main" id="{8B3B730A-E96E-6779-8F7E-34164BE8AF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grpSp>
        <p:nvGrpSpPr>
          <p:cNvPr id="28" name="群組 27">
            <a:extLst>
              <a:ext uri="{FF2B5EF4-FFF2-40B4-BE49-F238E27FC236}">
                <a16:creationId xmlns:a16="http://schemas.microsoft.com/office/drawing/2014/main" id="{7B7F3AF4-D98E-A3D8-E7DC-54D382635F9B}"/>
              </a:ext>
            </a:extLst>
          </p:cNvPr>
          <p:cNvGrpSpPr/>
          <p:nvPr userDrawn="1"/>
        </p:nvGrpSpPr>
        <p:grpSpPr>
          <a:xfrm>
            <a:off x="189000" y="4768780"/>
            <a:ext cx="1065292" cy="186331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0BA2C5B2-F394-C922-42E4-FEB18C3014D8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A9043CA5-545E-613D-D624-B9B8D066BE5E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87582B68-1CFC-60CD-C482-32716882D136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D395DBD0-46F5-396F-84A6-952060058645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A695374C-A3BF-1658-8BBA-6CA79E3F0169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8F592D6B-D2EB-C3D7-9B1C-17183097D53D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4487C714-3FF4-E9D6-0D11-E1292C8C8AD3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06A44B4C-B293-6C61-A028-64E9A7327F3A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48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形 12">
            <a:extLst>
              <a:ext uri="{FF2B5EF4-FFF2-40B4-BE49-F238E27FC236}">
                <a16:creationId xmlns:a16="http://schemas.microsoft.com/office/drawing/2014/main" id="{F62F2812-A0B3-4B83-A1FF-B22FBA946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298" y="302981"/>
            <a:ext cx="1835944" cy="3194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CF03EF1-42BD-3D25-722D-73A0273FD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76400"/>
            <a:ext cx="9143999" cy="1790700"/>
          </a:xfrm>
        </p:spPr>
        <p:txBody>
          <a:bodyPr anchor="ctr"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4554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形 12">
            <a:extLst>
              <a:ext uri="{FF2B5EF4-FFF2-40B4-BE49-F238E27FC236}">
                <a16:creationId xmlns:a16="http://schemas.microsoft.com/office/drawing/2014/main" id="{F62F2812-A0B3-4B83-A1FF-B22FBA946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298" y="302981"/>
            <a:ext cx="1835944" cy="3194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CAC6CB0-0A96-5379-F5A3-05E94A25E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76400"/>
            <a:ext cx="9144000" cy="1790700"/>
          </a:xfrm>
        </p:spPr>
        <p:txBody>
          <a:bodyPr anchor="ctr"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2600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形 12">
            <a:extLst>
              <a:ext uri="{FF2B5EF4-FFF2-40B4-BE49-F238E27FC236}">
                <a16:creationId xmlns:a16="http://schemas.microsoft.com/office/drawing/2014/main" id="{F62F2812-A0B3-4B83-A1FF-B22FBA946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298" y="302981"/>
            <a:ext cx="1835944" cy="3194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0F7B60E-95BF-4ED8-12AE-AC6090DEF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76400"/>
            <a:ext cx="9144000" cy="1790700"/>
          </a:xfrm>
        </p:spPr>
        <p:txBody>
          <a:bodyPr anchor="ctr"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7380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形 12">
            <a:extLst>
              <a:ext uri="{FF2B5EF4-FFF2-40B4-BE49-F238E27FC236}">
                <a16:creationId xmlns:a16="http://schemas.microsoft.com/office/drawing/2014/main" id="{F62F2812-A0B3-4B83-A1FF-B22FBA946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7491" y="4617417"/>
            <a:ext cx="1541308" cy="26821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0F7B60E-95BF-4ED8-12AE-AC6090DEF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76400"/>
            <a:ext cx="9144000" cy="1790700"/>
          </a:xfrm>
        </p:spPr>
        <p:txBody>
          <a:bodyPr anchor="ctr"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8900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形 12">
            <a:extLst>
              <a:ext uri="{FF2B5EF4-FFF2-40B4-BE49-F238E27FC236}">
                <a16:creationId xmlns:a16="http://schemas.microsoft.com/office/drawing/2014/main" id="{F62F2812-A0B3-4B83-A1FF-B22FBA946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7491" y="4617417"/>
            <a:ext cx="1541308" cy="26821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5FF78EA7-AAC0-C653-0A43-048883713C27}"/>
              </a:ext>
            </a:extLst>
          </p:cNvPr>
          <p:cNvSpPr txBox="1"/>
          <p:nvPr userDrawn="1"/>
        </p:nvSpPr>
        <p:spPr>
          <a:xfrm>
            <a:off x="2008632" y="2432304"/>
            <a:ext cx="4971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Arial" panose="020B0604020202020204" pitchFamily="34" charset="0"/>
              </a:rPr>
              <a:t>Bright Innovation</a:t>
            </a:r>
            <a:r>
              <a:rPr lang="zh-TW" altLang="en-US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Arial" panose="020B0604020202020204" pitchFamily="34" charset="0"/>
              </a:rPr>
              <a:t>．</a:t>
            </a:r>
            <a:r>
              <a:rPr lang="en-US" altLang="zh-TW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Arial" panose="020B0604020202020204" pitchFamily="34" charset="0"/>
              </a:rPr>
              <a:t>Sustainable Future</a:t>
            </a:r>
            <a:endParaRPr lang="zh-TW" altLang="en-US" sz="2000" dirty="0">
              <a:solidFill>
                <a:schemeClr val="bg1"/>
              </a:solidFill>
              <a:latin typeface="Roboto Light" panose="02000000000000000000" pitchFamily="2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877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EAD96B4-716E-45BC-85CC-A78F1594381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23528" y="205979"/>
            <a:ext cx="8496944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zh-TW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00BA561-2A9E-4148-91CC-79A08C6DB222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23528" y="699542"/>
            <a:ext cx="8496944" cy="376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1785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771650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9C6129-4EFD-4777-A6F6-9E95F4D6348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710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395535" y="771551"/>
            <a:ext cx="8363264" cy="3816324"/>
          </a:xfrm>
        </p:spPr>
        <p:txBody>
          <a:bodyPr/>
          <a:lstStyle>
            <a:lvl1pPr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323531" y="205979"/>
            <a:ext cx="8435268" cy="285750"/>
          </a:xfrm>
        </p:spPr>
        <p:txBody>
          <a:bodyPr/>
          <a:lstStyle>
            <a:lvl1pPr>
              <a:defRPr sz="2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362562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-Gray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77" y="224043"/>
            <a:ext cx="8506123" cy="4806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18" name="圖形 17">
            <a:extLst>
              <a:ext uri="{FF2B5EF4-FFF2-40B4-BE49-F238E27FC236}">
                <a16:creationId xmlns:a16="http://schemas.microsoft.com/office/drawing/2014/main" id="{ACEE6AD2-8F68-92BA-04D4-38570D3290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389F9EF9-7491-CD03-5C35-93BC6B0E4F36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70546"/>
            <a:ext cx="90776" cy="4795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pic>
        <p:nvPicPr>
          <p:cNvPr id="35" name="圖形 34">
            <a:extLst>
              <a:ext uri="{FF2B5EF4-FFF2-40B4-BE49-F238E27FC236}">
                <a16:creationId xmlns:a16="http://schemas.microsoft.com/office/drawing/2014/main" id="{72723858-E287-6DEC-3CF0-999B6D354E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687" y="394178"/>
            <a:ext cx="120930" cy="140331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112AE5B6-E26A-CBA1-8EE5-56FDF8E095A9}"/>
              </a:ext>
            </a:extLst>
          </p:cNvPr>
          <p:cNvSpPr txBox="1"/>
          <p:nvPr userDrawn="1"/>
        </p:nvSpPr>
        <p:spPr>
          <a:xfrm>
            <a:off x="6906768" y="4882300"/>
            <a:ext cx="1821757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AD19FAC7-4D07-455E-8C7C-286BB0A1C53D}" type="datetimeyyyy">
              <a:rPr lang="en-US" altLang="zh-TW" sz="450" kern="120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2026</a:t>
            </a:fld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kern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 &amp; </a:t>
            </a:r>
            <a:r>
              <a:rPr lang="en-US" altLang="zh-TW" sz="450" kern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Corp. All Rights Reserved.</a:t>
            </a:r>
            <a:endParaRPr lang="zh-TW" altLang="en-US" sz="450" kern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70C38F57-2F51-7AC7-EBCF-F4847CD210E0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8FB68B3-371A-A2D3-4429-82D05177432C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E6F2E6F-9C49-4B86-F0B0-25F6E8477BC2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20" name="圖形 19">
            <a:extLst>
              <a:ext uri="{FF2B5EF4-FFF2-40B4-BE49-F238E27FC236}">
                <a16:creationId xmlns:a16="http://schemas.microsoft.com/office/drawing/2014/main" id="{843DAB6F-FB0F-4E5B-9547-0A1F5CEB214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grpSp>
        <p:nvGrpSpPr>
          <p:cNvPr id="13" name="群組 12">
            <a:extLst>
              <a:ext uri="{FF2B5EF4-FFF2-40B4-BE49-F238E27FC236}">
                <a16:creationId xmlns:a16="http://schemas.microsoft.com/office/drawing/2014/main" id="{CC1422F5-7AFE-7E82-AFE4-3EF9687B2D1D}"/>
              </a:ext>
            </a:extLst>
          </p:cNvPr>
          <p:cNvGrpSpPr/>
          <p:nvPr userDrawn="1"/>
        </p:nvGrpSpPr>
        <p:grpSpPr>
          <a:xfrm>
            <a:off x="189000" y="4768780"/>
            <a:ext cx="1065292" cy="186331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2E05DB1F-2226-AB4B-FACE-0BB422185B36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AE77B4A-4EC4-0592-4836-0516E67501F3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CF7F7C92-905F-CF4E-5D68-EB802FC4C56F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C25EB0E2-E6A3-C652-268D-CBAD3B310C39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341488A-40E2-A79A-06DB-A19AA7EAC883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6EB0C8B7-ADF4-F303-4F49-9326B564CB37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8A435700-B050-64A2-104A-CC8EFCF1373E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8EDCB4AC-E36B-F4C7-E050-473739FDD138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14" name="內容版面配置區 20">
            <a:extLst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8866" y="841773"/>
            <a:ext cx="8505825" cy="379333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25943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395535" y="771551"/>
            <a:ext cx="8363264" cy="3816324"/>
          </a:xfrm>
        </p:spPr>
        <p:txBody>
          <a:bodyPr/>
          <a:lstStyle>
            <a:lvl1pPr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微軟正黑體" panose="020B0604030504040204" pitchFamily="34" charset="-120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微軟正黑體" panose="020B0604030504040204" pitchFamily="34" charset="-120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微軟正黑體" panose="020B0604030504040204" pitchFamily="34" charset="-120"/>
              </a:defRPr>
            </a:lvl3pPr>
            <a:lvl4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微軟正黑體" panose="020B0604030504040204" pitchFamily="34" charset="-120"/>
              </a:defRPr>
            </a:lvl4pPr>
            <a:lvl5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323531" y="205979"/>
            <a:ext cx="8435268" cy="285750"/>
          </a:xfrm>
        </p:spPr>
        <p:txBody>
          <a:bodyPr/>
          <a:lstStyle>
            <a:lvl1pPr>
              <a:defRPr sz="2000" baseline="0">
                <a:latin typeface="Arial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963023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30" y="205979"/>
            <a:ext cx="8435267" cy="285750"/>
          </a:xfr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395535" y="771550"/>
            <a:ext cx="8363263" cy="3816424"/>
          </a:xfrm>
        </p:spPr>
        <p:txBody>
          <a:bodyPr/>
          <a:lstStyle>
            <a:lvl1pPr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defRPr>
            </a:lvl2pPr>
            <a:lvl3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defRPr>
            </a:lvl3pPr>
            <a:lvl4pPr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defRPr>
            </a:lvl4pPr>
            <a:lvl5pPr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16730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fld id="{72E5D2EC-D9FC-4367-9291-770F97719C88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0931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3" r:id="rId2"/>
    <p:sldLayoutId id="2147483668" r:id="rId3"/>
    <p:sldLayoutId id="2147483665" r:id="rId4"/>
    <p:sldLayoutId id="2147483666" r:id="rId5"/>
    <p:sldLayoutId id="2147483667" r:id="rId6"/>
    <p:sldLayoutId id="2147483670" r:id="rId7"/>
    <p:sldLayoutId id="2147483671" r:id="rId8"/>
    <p:sldLayoutId id="2147483688" r:id="rId9"/>
    <p:sldLayoutId id="2147483672" r:id="rId10"/>
    <p:sldLayoutId id="2147483689" r:id="rId11"/>
    <p:sldLayoutId id="2147483690" r:id="rId12"/>
    <p:sldLayoutId id="2147483691" r:id="rId13"/>
    <p:sldLayoutId id="2147483692" r:id="rId14"/>
    <p:sldLayoutId id="2147483693" r:id="rId1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323531" y="205979"/>
            <a:ext cx="8363264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95536" y="771550"/>
            <a:ext cx="8291264" cy="3852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</a:p>
        </p:txBody>
      </p:sp>
      <p:pic>
        <p:nvPicPr>
          <p:cNvPr id="16" name="圖片 1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00" y="4803998"/>
            <a:ext cx="1080120" cy="189896"/>
          </a:xfrm>
          <a:prstGeom prst="rect">
            <a:avLst/>
          </a:prstGeom>
        </p:spPr>
      </p:pic>
      <p:sp>
        <p:nvSpPr>
          <p:cNvPr id="4" name="文字方塊 3"/>
          <p:cNvSpPr txBox="1"/>
          <p:nvPr userDrawn="1"/>
        </p:nvSpPr>
        <p:spPr>
          <a:xfrm>
            <a:off x="4248024" y="4759646"/>
            <a:ext cx="5400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8E79C91-1A8E-4B05-A46F-548C18E71993}" type="slidenum">
              <a:rPr lang="zh-TW" alt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zh-TW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直線接點 10"/>
          <p:cNvCxnSpPr/>
          <p:nvPr userDrawn="1"/>
        </p:nvCxnSpPr>
        <p:spPr>
          <a:xfrm>
            <a:off x="0" y="4677984"/>
            <a:ext cx="9144000" cy="0"/>
          </a:xfrm>
          <a:prstGeom prst="line">
            <a:avLst/>
          </a:prstGeom>
          <a:ln w="28575">
            <a:solidFill>
              <a:srgbClr val="1D41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群組 6">
            <a:extLst>
              <a:ext uri="{FF2B5EF4-FFF2-40B4-BE49-F238E27FC236}">
                <a16:creationId xmlns:a16="http://schemas.microsoft.com/office/drawing/2014/main" id="{8F5BE691-E405-B264-B875-C7D1F5324B25}"/>
              </a:ext>
            </a:extLst>
          </p:cNvPr>
          <p:cNvGrpSpPr/>
          <p:nvPr userDrawn="1"/>
        </p:nvGrpSpPr>
        <p:grpSpPr>
          <a:xfrm>
            <a:off x="7164000" y="4804014"/>
            <a:ext cx="1672253" cy="310060"/>
            <a:chOff x="6964045" y="4799972"/>
            <a:chExt cx="1672253" cy="310060"/>
          </a:xfrm>
        </p:grpSpPr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14E9E519-4AFA-ED09-1A27-E2C481A2BAE4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6964045" y="4925366"/>
              <a:ext cx="1672253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defTabSz="914400" eaLnBrk="1" hangingPunct="1">
                <a:defRPr/>
              </a:pPr>
              <a:r>
                <a:rPr lang="zh-TW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新細明體" pitchFamily="18" charset="-120"/>
                  <a:cs typeface="Arial" panose="020B0604020202020204" pitchFamily="34" charset="0"/>
                </a:rPr>
                <a:t>Ⓒ </a:t>
              </a:r>
              <a:fld id="{81BF9373-03A6-4561-ABA2-3DD069BBB2CA}" type="datetimeyyyy">
                <a:rPr lang="en-US" altLang="zh-TW" sz="6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新細明體" pitchFamily="18" charset="-120"/>
                  <a:cs typeface="Arial" panose="020B0604020202020204" pitchFamily="34" charset="0"/>
                </a:rPr>
                <a:t>2026</a:t>
              </a:fld>
              <a:r>
                <a:rPr lang="en-US" altLang="zh-TW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新細明體" pitchFamily="18" charset="-120"/>
                  <a:cs typeface="Arial" panose="020B0604020202020204" pitchFamily="34" charset="0"/>
                </a:rPr>
                <a:t>  Ennostar Inc.</a:t>
              </a:r>
              <a:r>
                <a:rPr lang="en-US" altLang="zh-TW" sz="60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新細明體" pitchFamily="18" charset="-120"/>
                  <a:cs typeface="Arial" panose="020B0604020202020204" pitchFamily="34" charset="0"/>
                </a:rPr>
                <a:t> </a:t>
              </a:r>
              <a:r>
                <a:rPr lang="en-US" altLang="zh-TW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新細明體" pitchFamily="18" charset="-120"/>
                  <a:cs typeface="Arial" panose="020B0604020202020204" pitchFamily="34" charset="0"/>
                </a:rPr>
                <a:t>All Rights Reserved.</a:t>
              </a: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6136AA4B-493E-CCA0-7054-FFB2BFA1E775}"/>
                </a:ext>
              </a:extLst>
            </p:cNvPr>
            <p:cNvSpPr txBox="1"/>
            <p:nvPr userDrawn="1"/>
          </p:nvSpPr>
          <p:spPr>
            <a:xfrm>
              <a:off x="8028384" y="4799972"/>
              <a:ext cx="504000" cy="14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 anchor="ctr">
              <a:spAutoFit/>
            </a:bodyPr>
            <a:lstStyle/>
            <a:p>
              <a:pPr algn="l" defTabSz="914400" rtl="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600" kern="120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新細明體" pitchFamily="18" charset="-120"/>
                  <a:cs typeface="+mn-cs"/>
                </a:rPr>
                <a:t>Security  </a:t>
              </a:r>
              <a:r>
                <a:rPr lang="en-US" altLang="zh-TW" sz="60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新細明體" pitchFamily="18" charset="-120"/>
                  <a:cs typeface="+mn-cs"/>
                </a:rPr>
                <a:t>C</a:t>
              </a:r>
              <a:endParaRPr lang="zh-TW" altLang="en-US" sz="6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FA5A85DB-3CA2-074A-47BD-8555A31D72DC}"/>
                </a:ext>
              </a:extLst>
            </p:cNvPr>
            <p:cNvSpPr txBox="1"/>
            <p:nvPr userDrawn="1"/>
          </p:nvSpPr>
          <p:spPr>
            <a:xfrm>
              <a:off x="7468445" y="4799972"/>
              <a:ext cx="504000" cy="14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 anchor="ctr">
              <a:spAutoFit/>
            </a:bodyPr>
            <a:lstStyle/>
            <a:p>
              <a:pPr algn="ctr" defTabSz="914400" rtl="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600" kern="120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新細明體" pitchFamily="18" charset="-120"/>
                  <a:cs typeface="+mn-cs"/>
                </a:rPr>
                <a:t>Confidential</a:t>
              </a:r>
              <a:endParaRPr lang="zh-TW" altLang="en-US" sz="6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新細明體" pitchFamily="18" charset="-12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4331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rgbClr val="313232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rgbClr val="313232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rgbClr val="313232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rgbClr val="313232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ts val="600"/>
        </a:spcAft>
        <a:buFont typeface="Arial" charset="0"/>
        <a:buChar char="•"/>
        <a:defRPr sz="2000" kern="1200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ts val="600"/>
        </a:spcAft>
        <a:buFont typeface="Arial" charset="0"/>
        <a:buChar char="–"/>
        <a:defRPr sz="1800" kern="1200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ts val="600"/>
        </a:spcAft>
        <a:buFont typeface="Arial" charset="0"/>
        <a:buChar char="•"/>
        <a:defRPr sz="1600" kern="1200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ts val="600"/>
        </a:spcAft>
        <a:buFont typeface="Arial" charset="0"/>
        <a:buChar char="–"/>
        <a:defRPr sz="1400" kern="1200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ts val="600"/>
        </a:spcAft>
        <a:buFont typeface="Arial" charset="0"/>
        <a:buChar char="»"/>
        <a:defRPr sz="1400" kern="1200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副標題 4">
            <a:extLst>
              <a:ext uri="{FF2B5EF4-FFF2-40B4-BE49-F238E27FC236}">
                <a16:creationId xmlns:a16="http://schemas.microsoft.com/office/drawing/2014/main" id="{338DB66F-395B-A7EB-A397-03164D6E7536}"/>
              </a:ext>
            </a:extLst>
          </p:cNvPr>
          <p:cNvSpPr txBox="1">
            <a:spLocks/>
          </p:cNvSpPr>
          <p:nvPr/>
        </p:nvSpPr>
        <p:spPr>
          <a:xfrm>
            <a:off x="0" y="3656434"/>
            <a:ext cx="9144000" cy="7079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1600" dirty="0">
                <a:solidFill>
                  <a:schemeClr val="bg1"/>
                </a:solidFill>
                <a:ea typeface="新細明體" charset="-120"/>
                <a:cs typeface="Arial" panose="020B0604020202020204" pitchFamily="34" charset="0"/>
              </a:rPr>
              <a:t>Presented by Frank</a:t>
            </a:r>
          </a:p>
          <a:p>
            <a:pPr marL="0" indent="0" algn="ctr">
              <a:buNone/>
            </a:pPr>
            <a:r>
              <a:rPr lang="en-US" altLang="zh-TW" sz="1600" dirty="0">
                <a:solidFill>
                  <a:schemeClr val="bg1"/>
                </a:solidFill>
                <a:ea typeface="新細明體" charset="-120"/>
                <a:cs typeface="Arial" panose="020B0604020202020204" pitchFamily="34" charset="0"/>
              </a:rPr>
              <a:t>2026/01/19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E741AA7-A2E5-667D-767D-D26E4C8F0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3670"/>
            <a:ext cx="9144000" cy="17907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sz="2400" dirty="0"/>
              <a:t>IT Weekly Report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09974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FE7A4-FA82-E883-3F91-021882A3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E34F68D-63D9-5B57-9AF5-9E38DAB3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DB 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查詢代理 </a:t>
            </a:r>
            <a:r>
              <a:rPr lang="en-US" altLang="zh-TW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- PostgreSQL Query Agent</a:t>
            </a:r>
            <a:endParaRPr lang="zh-TW" altLang="en-US" sz="2400" dirty="0">
              <a:solidFill>
                <a:schemeClr val="tx2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153340-36D1-3939-1F0F-4A399BD980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>
              <a:defRPr/>
            </a:pPr>
            <a:fld id="{D67B409B-8358-4DFC-99EB-A8FD880AEB92}" type="slidenum">
              <a:rPr lang="en-US" altLang="zh-TW" smtClean="0"/>
              <a:t>2</a:t>
            </a:fld>
            <a:endParaRPr lang="en-US" altLang="zh-TW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B9DE288-14E2-5B5E-0148-6582CDF3E8B8}"/>
              </a:ext>
            </a:extLst>
          </p:cNvPr>
          <p:cNvSpPr txBox="1"/>
          <p:nvPr/>
        </p:nvSpPr>
        <p:spPr>
          <a:xfrm>
            <a:off x="546665" y="713657"/>
            <a:ext cx="772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600" dirty="0">
                <a:ea typeface="微軟正黑體" panose="020B0604030504040204" pitchFamily="34" charset="-120"/>
              </a:rPr>
              <a:t>✅簡易 </a:t>
            </a:r>
            <a:r>
              <a:rPr lang="en-US" altLang="zh-TW" sz="1600" dirty="0">
                <a:ea typeface="微軟正黑體" panose="020B0604030504040204" pitchFamily="34" charset="-120"/>
              </a:rPr>
              <a:t>PostgreSQL </a:t>
            </a:r>
            <a:r>
              <a:rPr lang="zh-TW" altLang="en-US" sz="1600" dirty="0">
                <a:ea typeface="微軟正黑體" panose="020B0604030504040204" pitchFamily="34" charset="-120"/>
              </a:rPr>
              <a:t>資料庫查詢 </a:t>
            </a:r>
            <a:r>
              <a:rPr lang="en-US" altLang="zh-TW" sz="1600" dirty="0">
                <a:ea typeface="微軟正黑體" panose="020B0604030504040204" pitchFamily="34" charset="-120"/>
              </a:rPr>
              <a:t>API </a:t>
            </a:r>
            <a:r>
              <a:rPr lang="zh-TW" altLang="en-US" sz="1600" dirty="0">
                <a:ea typeface="微軟正黑體" panose="020B0604030504040204" pitchFamily="34" charset="-120"/>
              </a:rPr>
              <a:t>服務介面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  <p:pic>
        <p:nvPicPr>
          <p:cNvPr id="2050" name="圖片 3">
            <a:extLst>
              <a:ext uri="{FF2B5EF4-FFF2-40B4-BE49-F238E27FC236}">
                <a16:creationId xmlns:a16="http://schemas.microsoft.com/office/drawing/2014/main" id="{54482A77-1676-F684-9BBE-D6A01A6CC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" y="1283896"/>
            <a:ext cx="9137887" cy="203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4060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FE7A4-FA82-E883-3F91-021882A3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E34F68D-63D9-5B57-9AF5-9E38DAB3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DB 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查詢代理 </a:t>
            </a:r>
            <a:r>
              <a:rPr lang="en-US" altLang="zh-TW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- PostgreSQL Query Agent</a:t>
            </a:r>
            <a:endParaRPr lang="zh-TW" altLang="en-US" sz="2400" dirty="0">
              <a:solidFill>
                <a:schemeClr val="tx2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153340-36D1-3939-1F0F-4A399BD980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>
              <a:defRPr/>
            </a:pPr>
            <a:fld id="{D67B409B-8358-4DFC-99EB-A8FD880AEB92}" type="slidenum">
              <a:rPr lang="en-US" altLang="zh-TW" smtClean="0"/>
              <a:t>3</a:t>
            </a:fld>
            <a:endParaRPr lang="en-US" altLang="zh-TW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B9DE288-14E2-5B5E-0148-6582CDF3E8B8}"/>
              </a:ext>
            </a:extLst>
          </p:cNvPr>
          <p:cNvSpPr txBox="1"/>
          <p:nvPr/>
        </p:nvSpPr>
        <p:spPr>
          <a:xfrm>
            <a:off x="546665" y="713657"/>
            <a:ext cx="772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600" dirty="0">
                <a:ea typeface="微軟正黑體" panose="020B0604030504040204" pitchFamily="34" charset="-120"/>
              </a:rPr>
              <a:t>✅</a:t>
            </a:r>
            <a:r>
              <a:rPr lang="en-US" altLang="zh-TW" sz="1600" dirty="0">
                <a:ea typeface="微軟正黑體" panose="020B0604030504040204" pitchFamily="34" charset="-120"/>
              </a:rPr>
              <a:t>GET API </a:t>
            </a:r>
            <a:r>
              <a:rPr lang="zh-TW" altLang="en-US" sz="1600" dirty="0">
                <a:ea typeface="微軟正黑體" panose="020B0604030504040204" pitchFamily="34" charset="-120"/>
              </a:rPr>
              <a:t>查詢 </a:t>
            </a:r>
            <a:r>
              <a:rPr lang="en-US" altLang="zh-TW" sz="1600" dirty="0">
                <a:ea typeface="微軟正黑體" panose="020B0604030504040204" pitchFamily="34" charset="-120"/>
              </a:rPr>
              <a:t>PostgreSQL </a:t>
            </a:r>
            <a:r>
              <a:rPr lang="zh-TW" altLang="en-US" sz="1600" dirty="0">
                <a:ea typeface="微軟正黑體" panose="020B0604030504040204" pitchFamily="34" charset="-120"/>
              </a:rPr>
              <a:t>預算資料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5B3FE6C-33CE-CA49-6CA5-E77485F3B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3093"/>
            <a:ext cx="9144000" cy="209731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9FBD511-B058-8909-4764-08B5EADE7CB2}"/>
              </a:ext>
            </a:extLst>
          </p:cNvPr>
          <p:cNvSpPr/>
          <p:nvPr/>
        </p:nvSpPr>
        <p:spPr>
          <a:xfrm>
            <a:off x="0" y="1525022"/>
            <a:ext cx="6977270" cy="26402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7309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FE7A4-FA82-E883-3F91-021882A3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E34F68D-63D9-5B57-9AF5-9E38DAB3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智慧運維助手 </a:t>
            </a:r>
            <a:r>
              <a:rPr lang="en-US" altLang="zh-TW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- RAG 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增強型系統查詢 </a:t>
            </a:r>
            <a:r>
              <a:rPr lang="en-US" altLang="zh-TW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API</a:t>
            </a:r>
            <a:endParaRPr lang="zh-TW" altLang="en-US" sz="2400" dirty="0">
              <a:solidFill>
                <a:schemeClr val="tx2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153340-36D1-3939-1F0F-4A399BD980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>
              <a:defRPr/>
            </a:pPr>
            <a:fld id="{D67B409B-8358-4DFC-99EB-A8FD880AEB92}" type="slidenum">
              <a:rPr lang="en-US" altLang="zh-TW" smtClean="0"/>
              <a:t>4</a:t>
            </a:fld>
            <a:endParaRPr lang="en-US" altLang="zh-TW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B9DE288-14E2-5B5E-0148-6582CDF3E8B8}"/>
              </a:ext>
            </a:extLst>
          </p:cNvPr>
          <p:cNvSpPr txBox="1"/>
          <p:nvPr/>
        </p:nvSpPr>
        <p:spPr>
          <a:xfrm>
            <a:off x="546665" y="713657"/>
            <a:ext cx="772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600" dirty="0">
                <a:ea typeface="微軟正黑體" panose="020B0604030504040204" pitchFamily="34" charset="-120"/>
              </a:rPr>
              <a:t>✅ </a:t>
            </a:r>
            <a:r>
              <a:rPr lang="en-US" altLang="zh-TW" sz="1600" dirty="0">
                <a:ea typeface="微軟正黑體" panose="020B0604030504040204" pitchFamily="34" charset="-120"/>
              </a:rPr>
              <a:t>AI </a:t>
            </a:r>
            <a:r>
              <a:rPr lang="zh-TW" altLang="en-US" sz="1600" dirty="0">
                <a:ea typeface="微軟正黑體" panose="020B0604030504040204" pitchFamily="34" charset="-120"/>
              </a:rPr>
              <a:t>整合 </a:t>
            </a:r>
            <a:r>
              <a:rPr lang="en-US" altLang="zh-TW" sz="1600" dirty="0">
                <a:ea typeface="微軟正黑體" panose="020B0604030504040204" pitchFamily="34" charset="-120"/>
              </a:rPr>
              <a:t>Ansible </a:t>
            </a:r>
            <a:r>
              <a:rPr lang="zh-TW" altLang="en-US" sz="1600" dirty="0">
                <a:ea typeface="微軟正黑體" panose="020B0604030504040204" pitchFamily="34" charset="-120"/>
              </a:rPr>
              <a:t>系統資料與技術文檔知識庫，智能回答運維問題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0FC007-134F-DDE5-EF31-CDD865C3B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77" y="1530626"/>
            <a:ext cx="5468074" cy="240869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7375409-2465-5DBA-62D2-FF0352985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951" y="2009742"/>
            <a:ext cx="2888333" cy="148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9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FE7A4-FA82-E883-3F91-021882A3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E34F68D-63D9-5B57-9AF5-9E38DAB3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智慧運維助手 </a:t>
            </a:r>
            <a:r>
              <a:rPr lang="en-US" altLang="zh-TW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- RAG 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增強型系統查詢 </a:t>
            </a:r>
            <a:r>
              <a:rPr lang="en-US" altLang="zh-TW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API</a:t>
            </a:r>
            <a:endParaRPr lang="zh-TW" altLang="en-US" sz="2400" dirty="0">
              <a:solidFill>
                <a:schemeClr val="tx2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153340-36D1-3939-1F0F-4A399BD980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>
              <a:defRPr/>
            </a:pPr>
            <a:fld id="{D67B409B-8358-4DFC-99EB-A8FD880AEB92}" type="slidenum">
              <a:rPr lang="en-US" altLang="zh-TW" smtClean="0"/>
              <a:t>5</a:t>
            </a:fld>
            <a:endParaRPr lang="en-US" altLang="zh-TW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B9DE288-14E2-5B5E-0148-6582CDF3E8B8}"/>
              </a:ext>
            </a:extLst>
          </p:cNvPr>
          <p:cNvSpPr txBox="1"/>
          <p:nvPr/>
        </p:nvSpPr>
        <p:spPr>
          <a:xfrm>
            <a:off x="546665" y="713657"/>
            <a:ext cx="772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600" dirty="0">
                <a:ea typeface="微軟正黑體" panose="020B0604030504040204" pitchFamily="34" charset="-120"/>
              </a:rPr>
              <a:t>✅ </a:t>
            </a:r>
            <a:r>
              <a:rPr lang="en-US" altLang="zh-TW" sz="1600" dirty="0">
                <a:ea typeface="微軟正黑體" panose="020B0604030504040204" pitchFamily="34" charset="-120"/>
              </a:rPr>
              <a:t>POST API </a:t>
            </a:r>
            <a:r>
              <a:rPr lang="zh-TW" altLang="en-US" sz="1600" dirty="0">
                <a:ea typeface="微軟正黑體" panose="020B0604030504040204" pitchFamily="34" charset="-120"/>
              </a:rPr>
              <a:t>方式進行基本查詢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66014DD-2C22-459F-2612-1563FC5BA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4900"/>
            <a:ext cx="9144000" cy="150948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D27FC32-1DE8-2942-3E7D-05D1BB47BB6E}"/>
              </a:ext>
            </a:extLst>
          </p:cNvPr>
          <p:cNvSpPr/>
          <p:nvPr/>
        </p:nvSpPr>
        <p:spPr>
          <a:xfrm>
            <a:off x="0" y="1544900"/>
            <a:ext cx="5536096" cy="5506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8167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FE7A4-FA82-E883-3F91-021882A3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E34F68D-63D9-5B57-9AF5-9E38DAB3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智慧運維助手 </a:t>
            </a:r>
            <a:r>
              <a:rPr lang="en-US" altLang="zh-TW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- RAG 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增強型系統查詢 </a:t>
            </a:r>
            <a:r>
              <a:rPr lang="en-US" altLang="zh-TW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API</a:t>
            </a:r>
            <a:endParaRPr lang="zh-TW" altLang="en-US" sz="2400" dirty="0">
              <a:solidFill>
                <a:schemeClr val="tx2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153340-36D1-3939-1F0F-4A399BD980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>
              <a:defRPr/>
            </a:pPr>
            <a:fld id="{D67B409B-8358-4DFC-99EB-A8FD880AEB92}" type="slidenum">
              <a:rPr lang="en-US" altLang="zh-TW" smtClean="0"/>
              <a:t>6</a:t>
            </a:fld>
            <a:endParaRPr lang="en-US" altLang="zh-TW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B9DE288-14E2-5B5E-0148-6582CDF3E8B8}"/>
              </a:ext>
            </a:extLst>
          </p:cNvPr>
          <p:cNvSpPr txBox="1"/>
          <p:nvPr/>
        </p:nvSpPr>
        <p:spPr>
          <a:xfrm>
            <a:off x="546664" y="713657"/>
            <a:ext cx="8189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600" dirty="0">
                <a:ea typeface="微軟正黑體" panose="020B0604030504040204" pitchFamily="34" charset="-120"/>
              </a:rPr>
              <a:t>✅ </a:t>
            </a:r>
            <a:r>
              <a:rPr lang="en-US" altLang="zh-TW" sz="1600" dirty="0">
                <a:ea typeface="微軟正黑體" panose="020B0604030504040204" pitchFamily="34" charset="-120"/>
              </a:rPr>
              <a:t>AI </a:t>
            </a:r>
            <a:r>
              <a:rPr lang="zh-TW" altLang="en-US" sz="1600" dirty="0">
                <a:ea typeface="微軟正黑體" panose="020B0604030504040204" pitchFamily="34" charset="-120"/>
              </a:rPr>
              <a:t>整合 </a:t>
            </a:r>
            <a:r>
              <a:rPr lang="en-US" altLang="zh-TW" sz="1600" dirty="0">
                <a:ea typeface="微軟正黑體" panose="020B0604030504040204" pitchFamily="34" charset="-120"/>
              </a:rPr>
              <a:t>Ansible </a:t>
            </a:r>
            <a:r>
              <a:rPr lang="zh-TW" altLang="en-US" sz="1600" dirty="0">
                <a:ea typeface="微軟正黑體" panose="020B0604030504040204" pitchFamily="34" charset="-120"/>
              </a:rPr>
              <a:t>系統資料與技術文檔知識庫，智能回答運維問題 </a:t>
            </a:r>
            <a:r>
              <a:rPr lang="en-US" altLang="zh-TW" sz="1600" dirty="0">
                <a:ea typeface="微軟正黑體" panose="020B0604030504040204" pitchFamily="34" charset="-120"/>
              </a:rPr>
              <a:t>(Chat Trigger </a:t>
            </a:r>
            <a:r>
              <a:rPr lang="zh-TW" altLang="en-US" sz="1600" dirty="0">
                <a:ea typeface="微軟正黑體" panose="020B0604030504040204" pitchFamily="34" charset="-120"/>
              </a:rPr>
              <a:t>版本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E85B2E8-3E49-25BC-03E7-AFF9E2132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85" y="1311342"/>
            <a:ext cx="6370713" cy="277994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CA7ABC7-2FBD-441D-F795-B14FFDBA1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659" y="1937296"/>
            <a:ext cx="2558277" cy="165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860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FE7A4-FA82-E883-3F91-021882A3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E34F68D-63D9-5B57-9AF5-9E38DAB3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智慧運維助手 </a:t>
            </a:r>
            <a:r>
              <a:rPr lang="en-US" altLang="zh-TW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- RAG 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增強型系統查詢 </a:t>
            </a:r>
            <a:r>
              <a:rPr lang="en-US" altLang="zh-TW" sz="240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API</a:t>
            </a:r>
            <a:endParaRPr lang="zh-TW" altLang="en-US" sz="2400" dirty="0">
              <a:solidFill>
                <a:schemeClr val="tx2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153340-36D1-3939-1F0F-4A399BD980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>
              <a:defRPr/>
            </a:pPr>
            <a:fld id="{D67B409B-8358-4DFC-99EB-A8FD880AEB92}" type="slidenum">
              <a:rPr lang="en-US" altLang="zh-TW" smtClean="0"/>
              <a:t>7</a:t>
            </a:fld>
            <a:endParaRPr lang="en-US" altLang="zh-TW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B9DE288-14E2-5B5E-0148-6582CDF3E8B8}"/>
              </a:ext>
            </a:extLst>
          </p:cNvPr>
          <p:cNvSpPr txBox="1"/>
          <p:nvPr/>
        </p:nvSpPr>
        <p:spPr>
          <a:xfrm>
            <a:off x="546664" y="713657"/>
            <a:ext cx="81898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600" dirty="0">
                <a:ea typeface="微軟正黑體" panose="020B0604030504040204" pitchFamily="34" charset="-120"/>
              </a:rPr>
              <a:t>即時觀察驗證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>
                <a:ea typeface="微軟正黑體" panose="020B0604030504040204" pitchFamily="34" charset="-120"/>
              </a:rPr>
              <a:t>✅ RAG </a:t>
            </a:r>
            <a:r>
              <a:rPr lang="zh-TW" altLang="en-US" sz="1600" dirty="0">
                <a:ea typeface="微軟正黑體" panose="020B0604030504040204" pitchFamily="34" charset="-120"/>
              </a:rPr>
              <a:t>檢索是否準確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>
                <a:ea typeface="微軟正黑體" panose="020B0604030504040204" pitchFamily="34" charset="-120"/>
              </a:rPr>
              <a:t>✅ Ansible </a:t>
            </a:r>
            <a:r>
              <a:rPr lang="zh-TW" altLang="en-US" sz="1600" dirty="0">
                <a:ea typeface="微軟正黑體" panose="020B0604030504040204" pitchFamily="34" charset="-120"/>
              </a:rPr>
              <a:t>資料是否正確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>
                <a:ea typeface="微軟正黑體" panose="020B0604030504040204" pitchFamily="34" charset="-120"/>
              </a:rPr>
              <a:t>✅ </a:t>
            </a:r>
            <a:r>
              <a:rPr lang="zh-TW" altLang="en-US" sz="1600" dirty="0">
                <a:ea typeface="微軟正黑體" panose="020B0604030504040204" pitchFamily="34" charset="-120"/>
              </a:rPr>
              <a:t>回應格式是否符合預期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EBA82072-8094-D4A3-FE02-B5402C8763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3"/>
          <a:stretch/>
        </p:blipFill>
        <p:spPr>
          <a:xfrm>
            <a:off x="1232807" y="1956659"/>
            <a:ext cx="6678385" cy="253649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3E9A46C-5336-9C7F-ECCC-C4BB32F3AF7D}"/>
              </a:ext>
            </a:extLst>
          </p:cNvPr>
          <p:cNvSpPr/>
          <p:nvPr/>
        </p:nvSpPr>
        <p:spPr>
          <a:xfrm>
            <a:off x="1311965" y="2236306"/>
            <a:ext cx="1769165" cy="56653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200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ED7DD-CCB0-5B70-DB14-9B93DF915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50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smtClean="0">
            <a:solidFill>
              <a:schemeClr val="tx2">
                <a:lumMod val="75000"/>
                <a:lumOff val="25000"/>
              </a:schemeClr>
            </a:solidFill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簡報1" id="{1BC44B1A-CC86-477B-B7E0-517350374E9E}" vid="{DB2CD0E2-C5F8-4C61-999F-CEFCA6859D04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6770</TotalTime>
  <Words>158</Words>
  <Application>Microsoft Office PowerPoint</Application>
  <PresentationFormat>如螢幕大小 (16:9)</PresentationFormat>
  <Paragraphs>31</Paragraphs>
  <Slides>8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8</vt:i4>
      </vt:variant>
    </vt:vector>
  </HeadingPairs>
  <TitlesOfParts>
    <vt:vector size="18" baseType="lpstr">
      <vt:lpstr>微軟正黑體</vt:lpstr>
      <vt:lpstr>新細明體</vt:lpstr>
      <vt:lpstr>Aptos</vt:lpstr>
      <vt:lpstr>Arial</vt:lpstr>
      <vt:lpstr>Calibri</vt:lpstr>
      <vt:lpstr>Roboto</vt:lpstr>
      <vt:lpstr>Roboto Light</vt:lpstr>
      <vt:lpstr>Wingdings</vt:lpstr>
      <vt:lpstr>Office 佈景主題</vt:lpstr>
      <vt:lpstr>7_Office Theme</vt:lpstr>
      <vt:lpstr>IT Weekly Report</vt:lpstr>
      <vt:lpstr>DB 查詢代理 - PostgreSQL Query Agent</vt:lpstr>
      <vt:lpstr>DB 查詢代理 - PostgreSQL Query Agent</vt:lpstr>
      <vt:lpstr>智慧運維助手 - RAG 增強型系統查詢 API</vt:lpstr>
      <vt:lpstr>智慧運維助手 - RAG 增強型系統查詢 API</vt:lpstr>
      <vt:lpstr>智慧運維助手 - RAG 增強型系統查詢 API</vt:lpstr>
      <vt:lpstr>智慧運維助手 - RAG 增強型系統查詢 API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陳奕豪(Harry_Chen)</dc:creator>
  <cp:lastModifiedBy>Frank Fu 傅士軒</cp:lastModifiedBy>
  <cp:revision>589</cp:revision>
  <cp:lastPrinted>2025-02-11T00:47:23Z</cp:lastPrinted>
  <dcterms:created xsi:type="dcterms:W3CDTF">2025-06-26T07:15:48Z</dcterms:created>
  <dcterms:modified xsi:type="dcterms:W3CDTF">2026-01-19T08:42:40Z</dcterms:modified>
</cp:coreProperties>
</file>