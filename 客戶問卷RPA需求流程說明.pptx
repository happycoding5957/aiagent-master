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  <p:sldMasterId id="2147483703" r:id="rId2"/>
  </p:sldMasterIdLst>
  <p:notesMasterIdLst>
    <p:notesMasterId r:id="rId7"/>
  </p:notesMasterIdLst>
  <p:sldIdLst>
    <p:sldId id="2147471071" r:id="rId3"/>
    <p:sldId id="2147471073" r:id="rId4"/>
    <p:sldId id="2147471074" r:id="rId5"/>
    <p:sldId id="2147471075" r:id="rId6"/>
  </p:sldIdLst>
  <p:sldSz cx="9144000" cy="5143500" type="screen16x9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B9F"/>
    <a:srgbClr val="0000FF"/>
    <a:srgbClr val="D0E3EA"/>
    <a:srgbClr val="E9E9E9"/>
    <a:srgbClr val="215968"/>
    <a:srgbClr val="BFD300"/>
    <a:srgbClr val="FFFFFF"/>
    <a:srgbClr val="183F87"/>
    <a:srgbClr val="B9DAFF"/>
    <a:srgbClr val="4C49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305" autoAdjust="0"/>
  </p:normalViewPr>
  <p:slideViewPr>
    <p:cSldViewPr snapToGrid="0">
      <p:cViewPr varScale="1">
        <p:scale>
          <a:sx n="133" d="100"/>
          <a:sy n="133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7ADCC-CB8F-4688-B875-5E999238DCB9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D26978-CB1A-4C1F-98CD-DBB79831E4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757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26978-CB1A-4C1F-98CD-DBB79831E43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5105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svg"/><Relationship Id="rId7" Type="http://schemas.openxmlformats.org/officeDocument/2006/relationships/image" Target="../media/image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11" Type="http://schemas.openxmlformats.org/officeDocument/2006/relationships/image" Target="../media/image17.svg"/><Relationship Id="rId5" Type="http://schemas.openxmlformats.org/officeDocument/2006/relationships/image" Target="../media/image13.sv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3.svg"/><Relationship Id="rId3" Type="http://schemas.openxmlformats.org/officeDocument/2006/relationships/image" Target="../media/image19.svg"/><Relationship Id="rId7" Type="http://schemas.openxmlformats.org/officeDocument/2006/relationships/image" Target="../media/image21.svg"/><Relationship Id="rId12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11" Type="http://schemas.openxmlformats.org/officeDocument/2006/relationships/image" Target="../media/image5.svg"/><Relationship Id="rId5" Type="http://schemas.openxmlformats.org/officeDocument/2006/relationships/image" Target="../media/image13.svg"/><Relationship Id="rId10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15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svg"/><Relationship Id="rId7" Type="http://schemas.openxmlformats.org/officeDocument/2006/relationships/image" Target="../media/image21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11" Type="http://schemas.openxmlformats.org/officeDocument/2006/relationships/image" Target="../media/image5.svg"/><Relationship Id="rId5" Type="http://schemas.openxmlformats.org/officeDocument/2006/relationships/image" Target="../media/image13.svg"/><Relationship Id="rId10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27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svg"/><Relationship Id="rId7" Type="http://schemas.openxmlformats.org/officeDocument/2006/relationships/image" Target="../media/image5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9" Type="http://schemas.openxmlformats.org/officeDocument/2006/relationships/image" Target="../media/image33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5.svg"/><Relationship Id="rId7" Type="http://schemas.openxmlformats.org/officeDocument/2006/relationships/image" Target="../media/image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11" Type="http://schemas.openxmlformats.org/officeDocument/2006/relationships/image" Target="../media/image37.svg"/><Relationship Id="rId5" Type="http://schemas.openxmlformats.org/officeDocument/2006/relationships/image" Target="../media/image13.svg"/><Relationship Id="rId10" Type="http://schemas.openxmlformats.org/officeDocument/2006/relationships/image" Target="../media/image36.png"/><Relationship Id="rId4" Type="http://schemas.openxmlformats.org/officeDocument/2006/relationships/image" Target="../media/image12.png"/><Relationship Id="rId9" Type="http://schemas.openxmlformats.org/officeDocument/2006/relationships/image" Target="../media/image15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8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形 12">
            <a:extLst>
              <a:ext uri="{FF2B5EF4-FFF2-40B4-BE49-F238E27FC236}">
                <a16:creationId xmlns:a16="http://schemas.microsoft.com/office/drawing/2014/main" id="{F62F2812-A0B3-4B83-A1FF-B22FBA946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298" y="302981"/>
            <a:ext cx="1551549" cy="270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AA60D39-C300-DDAB-DCBD-02BA7FB05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83792"/>
            <a:ext cx="9144000" cy="1790700"/>
          </a:xfrm>
        </p:spPr>
        <p:txBody>
          <a:bodyPr anchor="ctr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0522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-Gray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77" y="224043"/>
            <a:ext cx="8506123" cy="4806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18" name="圖形 17">
            <a:extLst>
              <a:ext uri="{FF2B5EF4-FFF2-40B4-BE49-F238E27FC236}">
                <a16:creationId xmlns:a16="http://schemas.microsoft.com/office/drawing/2014/main" id="{ACEE6AD2-8F68-92BA-04D4-38570D3290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389F9EF9-7491-CD03-5C35-93BC6B0E4F36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70546"/>
            <a:ext cx="90776" cy="4795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pic>
        <p:nvPicPr>
          <p:cNvPr id="35" name="圖形 34">
            <a:extLst>
              <a:ext uri="{FF2B5EF4-FFF2-40B4-BE49-F238E27FC236}">
                <a16:creationId xmlns:a16="http://schemas.microsoft.com/office/drawing/2014/main" id="{72723858-E287-6DEC-3CF0-999B6D354E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687" y="394178"/>
            <a:ext cx="120930" cy="140331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112AE5B6-E26A-CBA1-8EE5-56FDF8E095A9}"/>
              </a:ext>
            </a:extLst>
          </p:cNvPr>
          <p:cNvSpPr txBox="1"/>
          <p:nvPr userDrawn="1"/>
        </p:nvSpPr>
        <p:spPr>
          <a:xfrm>
            <a:off x="6906768" y="4882300"/>
            <a:ext cx="1821757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AD19FAC7-4D07-455E-8C7C-286BB0A1C53D}" type="datetimeyyyy">
              <a:rPr lang="en-US" altLang="zh-TW" sz="450" kern="120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2025</a:t>
            </a:fld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 &amp;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Corp. All Rights Reserved.</a:t>
            </a:r>
            <a:endParaRPr lang="zh-TW" altLang="en-US" sz="450" kern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70C38F57-2F51-7AC7-EBCF-F4847CD210E0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8FB68B3-371A-A2D3-4429-82D05177432C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E6F2E6F-9C49-4B86-F0B0-25F6E8477BC2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0" name="圖形 19">
            <a:extLst>
              <a:ext uri="{FF2B5EF4-FFF2-40B4-BE49-F238E27FC236}">
                <a16:creationId xmlns:a16="http://schemas.microsoft.com/office/drawing/2014/main" id="{843DAB6F-FB0F-4E5B-9547-0A1F5CEB214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grpSp>
        <p:nvGrpSpPr>
          <p:cNvPr id="13" name="群組 12">
            <a:extLst>
              <a:ext uri="{FF2B5EF4-FFF2-40B4-BE49-F238E27FC236}">
                <a16:creationId xmlns:a16="http://schemas.microsoft.com/office/drawing/2014/main" id="{CC1422F5-7AFE-7E82-AFE4-3EF9687B2D1D}"/>
              </a:ext>
            </a:extLst>
          </p:cNvPr>
          <p:cNvGrpSpPr/>
          <p:nvPr userDrawn="1"/>
        </p:nvGrpSpPr>
        <p:grpSpPr>
          <a:xfrm>
            <a:off x="189000" y="4768780"/>
            <a:ext cx="1065292" cy="186331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2E05DB1F-2226-AB4B-FACE-0BB422185B36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AE77B4A-4EC4-0592-4836-0516E67501F3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CF7F7C92-905F-CF4E-5D68-EB802FC4C56F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C25EB0E2-E6A3-C652-268D-CBAD3B310C39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341488A-40E2-A79A-06DB-A19AA7EAC883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6EB0C8B7-ADF4-F303-4F49-9326B564CB37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8A435700-B050-64A2-104A-CC8EFCF1373E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8EDCB4AC-E36B-F4C7-E050-473739FDD138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14" name="內容版面配置區 20">
            <a:extLst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8866" y="841773"/>
            <a:ext cx="8505825" cy="379333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212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uto_Blu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77" y="224043"/>
            <a:ext cx="8506122" cy="4806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70546"/>
            <a:ext cx="90776" cy="4795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rgbClr val="4D6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pic>
        <p:nvPicPr>
          <p:cNvPr id="35" name="圖形 34">
            <a:extLst>
              <a:ext uri="{FF2B5EF4-FFF2-40B4-BE49-F238E27FC236}">
                <a16:creationId xmlns:a16="http://schemas.microsoft.com/office/drawing/2014/main" id="{72723858-E287-6DEC-3CF0-999B6D354E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687" y="394178"/>
            <a:ext cx="120930" cy="140331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AE8976AC-4DF8-0498-63D2-292C6476A6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000" y="4768780"/>
            <a:ext cx="1067294" cy="189000"/>
          </a:xfrm>
          <a:prstGeom prst="rect">
            <a:avLst/>
          </a:prstGeom>
        </p:spPr>
      </p:pic>
      <p:pic>
        <p:nvPicPr>
          <p:cNvPr id="4" name="圖形 3">
            <a:extLst>
              <a:ext uri="{FF2B5EF4-FFF2-40B4-BE49-F238E27FC236}">
                <a16:creationId xmlns:a16="http://schemas.microsoft.com/office/drawing/2014/main" id="{B74D2AC0-DFD7-C73D-4DDC-1B659B0D2C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427E90E-7FB1-6326-9C56-52399F1A5C71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D3F7D7CA-2090-7DC0-9236-EDDB2F516739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D4A2556-07B8-4044-63BD-8A0915CC95D3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EA30908-9C47-0066-C372-CC7278571F22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10" name="圖形 9">
            <a:extLst>
              <a:ext uri="{FF2B5EF4-FFF2-40B4-BE49-F238E27FC236}">
                <a16:creationId xmlns:a16="http://schemas.microsoft.com/office/drawing/2014/main" id="{472CEEB0-827D-FC5F-CA95-7B203697AD4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sp>
        <p:nvSpPr>
          <p:cNvPr id="21" name="內容版面配置區 20">
            <a:extLst>
              <a:ext uri="{FF2B5EF4-FFF2-40B4-BE49-F238E27FC236}">
                <a16:creationId xmlns:a16="http://schemas.microsoft.com/office/drawing/2014/main" id="{315394E8-78BE-E0F3-E766-2BAA6C8C99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8866" y="841773"/>
            <a:ext cx="8505825" cy="379333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A9DDADDE-298C-277D-F664-43E484CD2C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AEB669-1519-13F6-B76F-CC82DE5AAADC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8D3F96FD-396C-D361-13FB-09A3DB00BEEF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9577DFE-AEED-B1EC-0D89-E5366C345114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4DF088C-D977-CEB8-217A-AC88FE6723D1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17" name="圖形 16">
            <a:extLst>
              <a:ext uri="{FF2B5EF4-FFF2-40B4-BE49-F238E27FC236}">
                <a16:creationId xmlns:a16="http://schemas.microsoft.com/office/drawing/2014/main" id="{383A990C-67DC-9174-6D18-8CE97168E0D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grpSp>
        <p:nvGrpSpPr>
          <p:cNvPr id="18" name="群組 17">
            <a:extLst>
              <a:ext uri="{FF2B5EF4-FFF2-40B4-BE49-F238E27FC236}">
                <a16:creationId xmlns:a16="http://schemas.microsoft.com/office/drawing/2014/main" id="{2163BC64-43F3-3FB9-C144-1747D4314A83}"/>
              </a:ext>
            </a:extLst>
          </p:cNvPr>
          <p:cNvGrpSpPr/>
          <p:nvPr userDrawn="1"/>
        </p:nvGrpSpPr>
        <p:grpSpPr>
          <a:xfrm>
            <a:off x="189000" y="4768780"/>
            <a:ext cx="1065292" cy="186331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0051C05F-35AE-5377-DF06-876DC148B323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EDD4E350-0972-40C1-AC08-088EA1A56C30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56C93FEF-91AC-D13B-1BA2-0482BBE66EEE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4DD8C680-8299-D65D-6D06-2C45501E23D8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78336361-EB51-FE3B-01C1-9FB2F3DA4410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A15B1AA8-BC02-3238-EF9E-50E19571D3B9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BA35B945-F49B-B2B5-E2D1-C899D88D8C29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2457CCB4-A254-ECE4-C9C7-DAEA0916383C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1706685-1674-6FA2-E6C3-1FC6C66F0199}"/>
              </a:ext>
            </a:extLst>
          </p:cNvPr>
          <p:cNvSpPr txBox="1"/>
          <p:nvPr userDrawn="1"/>
        </p:nvSpPr>
        <p:spPr>
          <a:xfrm>
            <a:off x="6906768" y="4882300"/>
            <a:ext cx="1821757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AD19FAC7-4D07-455E-8C7C-286BB0A1C53D}" type="datetimeyyyy">
              <a:rPr lang="en-US" altLang="zh-TW" sz="450" kern="120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2025</a:t>
            </a:fld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 &amp;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Corp. All Rights Reserved.</a:t>
            </a:r>
            <a:endParaRPr lang="zh-TW" altLang="en-US" sz="450" kern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198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aly_Lake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70546"/>
            <a:ext cx="90776" cy="4795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pic>
        <p:nvPicPr>
          <p:cNvPr id="21" name="圖形 20">
            <a:extLst>
              <a:ext uri="{FF2B5EF4-FFF2-40B4-BE49-F238E27FC236}">
                <a16:creationId xmlns:a16="http://schemas.microsoft.com/office/drawing/2014/main" id="{F7D0D2E2-16AA-85C4-E697-2A96EB5710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688" y="394178"/>
            <a:ext cx="120930" cy="140331"/>
          </a:xfrm>
          <a:prstGeom prst="rect">
            <a:avLst/>
          </a:prstGeom>
        </p:spPr>
      </p:pic>
      <p:sp>
        <p:nvSpPr>
          <p:cNvPr id="23" name="內容版面配置區 20">
            <a:extLst>
              <a:ext uri="{FF2B5EF4-FFF2-40B4-BE49-F238E27FC236}">
                <a16:creationId xmlns:a16="http://schemas.microsoft.com/office/drawing/2014/main" id="{A7F24A2F-6F9F-6E5A-D32E-7BBE7ED8DE16}"/>
              </a:ext>
            </a:extLst>
          </p:cNvPr>
          <p:cNvSpPr>
            <a:spLocks noGrp="1"/>
          </p:cNvSpPr>
          <p:nvPr userDrawn="1">
            <p:ph sz="quarter" idx="10"/>
          </p:nvPr>
        </p:nvSpPr>
        <p:spPr>
          <a:xfrm>
            <a:off x="448866" y="841773"/>
            <a:ext cx="8505825" cy="379333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8748F3E-C43A-B93D-D9D1-DA1A0064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77" y="224043"/>
            <a:ext cx="8506122" cy="4806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2958CF40-3D93-A31D-0E16-FEB56E03C8F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000" y="4768780"/>
            <a:ext cx="1067294" cy="189000"/>
          </a:xfrm>
          <a:prstGeom prst="rect">
            <a:avLst/>
          </a:prstGeom>
        </p:spPr>
      </p:pic>
      <p:pic>
        <p:nvPicPr>
          <p:cNvPr id="12" name="圖形 11">
            <a:extLst>
              <a:ext uri="{FF2B5EF4-FFF2-40B4-BE49-F238E27FC236}">
                <a16:creationId xmlns:a16="http://schemas.microsoft.com/office/drawing/2014/main" id="{CC45F832-4C86-DC98-0740-8928E86E49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8692584C-9ECC-1508-01A7-0425470CCEBA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C80B3219-4F61-F3A5-52AB-31A190D229AD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F1F40D3-2D9B-6143-B0DA-D4C022CD2822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DC64AE5-C488-170A-A1AF-0256EBA648F0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18" name="圖形 17">
            <a:extLst>
              <a:ext uri="{FF2B5EF4-FFF2-40B4-BE49-F238E27FC236}">
                <a16:creationId xmlns:a16="http://schemas.microsoft.com/office/drawing/2014/main" id="{A71DE1C5-2F75-7117-1BD9-F99F1C6165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pic>
        <p:nvPicPr>
          <p:cNvPr id="19" name="圖形 18">
            <a:extLst>
              <a:ext uri="{FF2B5EF4-FFF2-40B4-BE49-F238E27FC236}">
                <a16:creationId xmlns:a16="http://schemas.microsoft.com/office/drawing/2014/main" id="{EE4F3B09-0075-EE38-63CA-DD826C77262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C271E1AF-2DC7-4A8F-67A2-232E72A082E4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358BD0BE-3290-FD9D-1FFD-45E92208C1AF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3A3C262-4491-B2A4-F909-9680A6460946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693993B-181D-B060-F0C0-7FE6B03C0365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7" name="圖形 26">
            <a:extLst>
              <a:ext uri="{FF2B5EF4-FFF2-40B4-BE49-F238E27FC236}">
                <a16:creationId xmlns:a16="http://schemas.microsoft.com/office/drawing/2014/main" id="{8DFBC083-95E4-D880-3FC0-F266B2B6024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id="{79B5D9B6-9D09-5212-7C93-A83B749B8376}"/>
              </a:ext>
            </a:extLst>
          </p:cNvPr>
          <p:cNvGrpSpPr/>
          <p:nvPr userDrawn="1"/>
        </p:nvGrpSpPr>
        <p:grpSpPr>
          <a:xfrm>
            <a:off x="189000" y="4768780"/>
            <a:ext cx="1065292" cy="186331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CFB168BC-D0F1-8947-A77C-BA54DAC0A0D4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D08F4001-D78E-7C47-6DD7-71A74B0F9744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15BC49A1-16C4-E558-410C-E26BCD765818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708BB165-C21E-9DD3-138C-2E4ACEFE44E1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E0E7DE1B-80A4-751B-3D46-CB7862C45AD0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975CBD10-7222-83D7-631B-0E077D134093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6AC1EF25-D585-239A-2EA2-66E011B6A95C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4672AB54-0A2C-C607-9EDD-AC15955855F5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08295427-BEEA-11D2-DF83-ADB5F96B5374}"/>
              </a:ext>
            </a:extLst>
          </p:cNvPr>
          <p:cNvSpPr txBox="1"/>
          <p:nvPr userDrawn="1"/>
        </p:nvSpPr>
        <p:spPr>
          <a:xfrm>
            <a:off x="6906768" y="4882300"/>
            <a:ext cx="1821757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AD19FAC7-4D07-455E-8C7C-286BB0A1C53D}" type="datetimeyyyy">
              <a:rPr lang="en-US" altLang="zh-TW" sz="450" kern="120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2025</a:t>
            </a:fld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 &amp;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Corp. All Rights Reserved.</a:t>
            </a:r>
            <a:endParaRPr lang="zh-TW" altLang="en-US" sz="450" kern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228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nsing_Orang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70546"/>
            <a:ext cx="90776" cy="4795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69C5EA23-E67E-7EB6-D163-A7B68ACF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77" y="224043"/>
            <a:ext cx="8506123" cy="4806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DB35D5B3-68AD-B0EB-0375-E94EF3C0B3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687" y="394178"/>
            <a:ext cx="120930" cy="140331"/>
          </a:xfrm>
          <a:prstGeom prst="rect">
            <a:avLst/>
          </a:prstGeom>
        </p:spPr>
      </p:pic>
      <p:sp>
        <p:nvSpPr>
          <p:cNvPr id="14" name="內容版面配置區 20">
            <a:extLst>
              <a:ext uri="{FF2B5EF4-FFF2-40B4-BE49-F238E27FC236}">
                <a16:creationId xmlns:a16="http://schemas.microsoft.com/office/drawing/2014/main" id="{FCE26F2E-0BA3-A4EF-9737-3AFC87E73E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8866" y="841773"/>
            <a:ext cx="8505825" cy="379333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2" name="圖形 1">
            <a:extLst>
              <a:ext uri="{FF2B5EF4-FFF2-40B4-BE49-F238E27FC236}">
                <a16:creationId xmlns:a16="http://schemas.microsoft.com/office/drawing/2014/main" id="{FF429EE8-D02D-6E2E-F2CD-EA90FAA204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000" y="4768780"/>
            <a:ext cx="1067294" cy="189000"/>
          </a:xfrm>
          <a:prstGeom prst="rect">
            <a:avLst/>
          </a:prstGeom>
        </p:spPr>
      </p:pic>
      <p:pic>
        <p:nvPicPr>
          <p:cNvPr id="8" name="圖形 7">
            <a:extLst>
              <a:ext uri="{FF2B5EF4-FFF2-40B4-BE49-F238E27FC236}">
                <a16:creationId xmlns:a16="http://schemas.microsoft.com/office/drawing/2014/main" id="{10361033-6F31-8FFA-E026-E92D788E75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BDF5513C-2083-8EFF-AE42-2A33B58885ED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59C7CD85-4A78-27F7-FEB9-E1A6789C0ADF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5F38243-8393-7DA7-7A38-A095BA99509C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56B11E8-0223-81CB-73F2-5EE4729146E2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0" name="圖形 19">
            <a:extLst>
              <a:ext uri="{FF2B5EF4-FFF2-40B4-BE49-F238E27FC236}">
                <a16:creationId xmlns:a16="http://schemas.microsoft.com/office/drawing/2014/main" id="{CA4708F8-6C7B-AE76-E88F-3BFBE150F08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pic>
        <p:nvPicPr>
          <p:cNvPr id="21" name="圖形 20">
            <a:extLst>
              <a:ext uri="{FF2B5EF4-FFF2-40B4-BE49-F238E27FC236}">
                <a16:creationId xmlns:a16="http://schemas.microsoft.com/office/drawing/2014/main" id="{6C1F1177-FF09-9C33-029F-1F7E0D87773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037CF33F-35F3-A436-96CD-546E14F24D70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98B4A44D-841C-807E-1ED9-22C5959C9C2B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581735F-B516-31C6-C54B-4CDE427CB348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F5D8361-D4DC-18E9-AAFF-650930310EB9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7" name="圖形 26">
            <a:extLst>
              <a:ext uri="{FF2B5EF4-FFF2-40B4-BE49-F238E27FC236}">
                <a16:creationId xmlns:a16="http://schemas.microsoft.com/office/drawing/2014/main" id="{67F76EEE-D446-BCBB-9BDB-A2BA56D34EF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id="{F9CA146B-870E-3F32-CE7B-57A93A55AE48}"/>
              </a:ext>
            </a:extLst>
          </p:cNvPr>
          <p:cNvGrpSpPr/>
          <p:nvPr userDrawn="1"/>
        </p:nvGrpSpPr>
        <p:grpSpPr>
          <a:xfrm>
            <a:off x="189000" y="4768780"/>
            <a:ext cx="1065292" cy="186331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970001F6-C8D2-1593-0241-9506EBB7BC73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3E523F5A-3D74-7464-E6FF-77EE7B5104A3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79EFABCB-18A5-B4AB-F4B3-A1251D26DC62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F160CAFD-E46B-C6D7-8E06-B500F0A6B177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31F503C6-7ED9-0488-D623-618E00A6D5BE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D2B74D44-7ABC-822B-8C1A-C0EDACF5292C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6BF747AF-0E3B-5E51-3C7E-C69DC6378B28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74A55058-314E-7EF2-B40B-723DE797053A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298FC5FB-689E-C11D-474B-AC214A9532D2}"/>
              </a:ext>
            </a:extLst>
          </p:cNvPr>
          <p:cNvSpPr txBox="1"/>
          <p:nvPr userDrawn="1"/>
        </p:nvSpPr>
        <p:spPr>
          <a:xfrm>
            <a:off x="6906768" y="4882300"/>
            <a:ext cx="1821757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AD19FAC7-4D07-455E-8C7C-286BB0A1C53D}" type="datetimeyyyy">
              <a:rPr lang="en-US" altLang="zh-TW" sz="450" kern="120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2025</a:t>
            </a:fld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 &amp;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Corp. All Rights Reserved.</a:t>
            </a:r>
            <a:endParaRPr lang="zh-TW" altLang="en-US" sz="450" kern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101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merging_Purp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70546"/>
            <a:ext cx="90776" cy="4795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rgbClr val="D146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18258E08-0734-CB15-E6E3-7359328C2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77" y="224043"/>
            <a:ext cx="8506123" cy="4806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4E4B60C7-B754-4305-4CF1-2278A1189F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687" y="394178"/>
            <a:ext cx="120930" cy="140331"/>
          </a:xfrm>
          <a:prstGeom prst="rect">
            <a:avLst/>
          </a:prstGeom>
        </p:spPr>
      </p:pic>
      <p:sp>
        <p:nvSpPr>
          <p:cNvPr id="14" name="內容版面配置區 20">
            <a:extLst>
              <a:ext uri="{FF2B5EF4-FFF2-40B4-BE49-F238E27FC236}">
                <a16:creationId xmlns:a16="http://schemas.microsoft.com/office/drawing/2014/main" id="{0000CA5C-9675-A985-A501-4945E22706C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8866" y="841773"/>
            <a:ext cx="8505825" cy="379333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2" name="圖形 1">
            <a:extLst>
              <a:ext uri="{FF2B5EF4-FFF2-40B4-BE49-F238E27FC236}">
                <a16:creationId xmlns:a16="http://schemas.microsoft.com/office/drawing/2014/main" id="{3E7B054B-34A3-2E55-1867-A64041D8E8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000" y="4768780"/>
            <a:ext cx="1067294" cy="189000"/>
          </a:xfrm>
          <a:prstGeom prst="rect">
            <a:avLst/>
          </a:prstGeom>
        </p:spPr>
      </p:pic>
      <p:pic>
        <p:nvPicPr>
          <p:cNvPr id="8" name="圖形 7">
            <a:extLst>
              <a:ext uri="{FF2B5EF4-FFF2-40B4-BE49-F238E27FC236}">
                <a16:creationId xmlns:a16="http://schemas.microsoft.com/office/drawing/2014/main" id="{24110A1B-23F9-9F3C-5F10-DF86ECA2C99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F5A7C406-88AD-B012-AF5D-564F894EFF9E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95D5457D-2DE8-F681-BE65-BA1C13544EE3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0FB6175-4137-A5EC-E92B-C916B0710E84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1EF459F-C649-181C-BA67-5CB3CF8DC5E5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0" name="圖形 19">
            <a:extLst>
              <a:ext uri="{FF2B5EF4-FFF2-40B4-BE49-F238E27FC236}">
                <a16:creationId xmlns:a16="http://schemas.microsoft.com/office/drawing/2014/main" id="{DEE3DC94-0235-5F72-A477-E353D541385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pic>
        <p:nvPicPr>
          <p:cNvPr id="21" name="圖形 20">
            <a:extLst>
              <a:ext uri="{FF2B5EF4-FFF2-40B4-BE49-F238E27FC236}">
                <a16:creationId xmlns:a16="http://schemas.microsoft.com/office/drawing/2014/main" id="{7E9D3147-244B-E771-7397-46C8B04AADD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D4A04949-EA60-9A86-9EFD-3FE9D724D4AC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DE88879F-F984-B2C7-B22E-565CB10E3A10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9536B2C-55F5-436E-6B23-55EDEB735059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4B2B01A-9C76-34A4-C910-AA1A322E16D4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</a:t>
              </a:r>
              <a:r>
                <a:rPr lang="en-US" altLang="zh-TW" sz="450" b="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 C</a:t>
              </a:r>
              <a:endParaRPr lang="zh-TW" altLang="en-US" sz="450" b="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7" name="圖形 26">
            <a:extLst>
              <a:ext uri="{FF2B5EF4-FFF2-40B4-BE49-F238E27FC236}">
                <a16:creationId xmlns:a16="http://schemas.microsoft.com/office/drawing/2014/main" id="{96ED33B9-6532-7208-67E1-DF6BF7D90F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id="{5F5389B3-7770-9EBE-7322-26BA7FBC45DC}"/>
              </a:ext>
            </a:extLst>
          </p:cNvPr>
          <p:cNvGrpSpPr/>
          <p:nvPr userDrawn="1"/>
        </p:nvGrpSpPr>
        <p:grpSpPr>
          <a:xfrm>
            <a:off x="189000" y="4768780"/>
            <a:ext cx="1065292" cy="186331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DC759D99-15B1-A01B-008B-BCA6F9C92BDA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35A31BFA-47BE-7ECA-9B78-9C10724F5F6D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5BFC1A36-03F1-5362-B5FA-225AEAF1F265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7B9079C4-E1AB-4025-FFD4-3E8764CD6875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06991701-ED8B-6108-A466-C3168FDE74FE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B6080925-456E-5777-C4E7-7CF05A18B77B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BF3AB9C8-E4DC-97CB-7BAE-B8E0D5376222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4799CCF9-42AD-B370-42DD-04C9D13E60AF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26B35412-CB96-66AF-3572-940ACF31138D}"/>
              </a:ext>
            </a:extLst>
          </p:cNvPr>
          <p:cNvSpPr txBox="1"/>
          <p:nvPr userDrawn="1"/>
        </p:nvSpPr>
        <p:spPr>
          <a:xfrm>
            <a:off x="6906768" y="4882300"/>
            <a:ext cx="1821757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AD19FAC7-4D07-455E-8C7C-286BB0A1C53D}" type="datetimeyyyy">
              <a:rPr lang="en-US" altLang="zh-TW" sz="450" kern="120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2025</a:t>
            </a:fld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 &amp;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Corp. All Rights Reserved.</a:t>
            </a:r>
            <a:endParaRPr lang="zh-TW" altLang="en-US" sz="450" kern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98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ESG_Green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/>
          <p:nvPr userDrawn="1"/>
        </p:nvSpPr>
        <p:spPr>
          <a:xfrm>
            <a:off x="1" y="270546"/>
            <a:ext cx="90776" cy="4795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rgbClr val="134B8C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/>
          <p:nvPr userDrawn="1"/>
        </p:nvSpPr>
        <p:spPr>
          <a:xfrm>
            <a:off x="1" y="-2926"/>
            <a:ext cx="90776" cy="273471"/>
          </a:xfrm>
          <a:prstGeom prst="rect">
            <a:avLst/>
          </a:prstGeom>
          <a:solidFill>
            <a:srgbClr val="BFD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 dirty="0">
              <a:solidFill>
                <a:srgbClr val="134B8C"/>
              </a:solidFill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D3FDA157-BA67-43D4-69DE-BBA410C7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77" y="224043"/>
            <a:ext cx="8506123" cy="4806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EF7E6CC6-8092-ECAB-9602-5CFC98D8DE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687" y="394178"/>
            <a:ext cx="120930" cy="140331"/>
          </a:xfrm>
          <a:prstGeom prst="rect">
            <a:avLst/>
          </a:prstGeom>
        </p:spPr>
      </p:pic>
      <p:sp>
        <p:nvSpPr>
          <p:cNvPr id="14" name="內容版面配置區 20">
            <a:extLst>
              <a:ext uri="{FF2B5EF4-FFF2-40B4-BE49-F238E27FC236}">
                <a16:creationId xmlns:a16="http://schemas.microsoft.com/office/drawing/2014/main" id="{8C4FF2FF-315F-3AEE-0DC0-ED0040FBFE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8866" y="841773"/>
            <a:ext cx="8505825" cy="379333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2" name="圖形 1">
            <a:extLst>
              <a:ext uri="{FF2B5EF4-FFF2-40B4-BE49-F238E27FC236}">
                <a16:creationId xmlns:a16="http://schemas.microsoft.com/office/drawing/2014/main" id="{20043A2D-6AF2-CC59-61FE-88A2C67A69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000" y="4768780"/>
            <a:ext cx="1067294" cy="189000"/>
          </a:xfrm>
          <a:prstGeom prst="rect">
            <a:avLst/>
          </a:prstGeom>
        </p:spPr>
      </p:pic>
      <p:pic>
        <p:nvPicPr>
          <p:cNvPr id="8" name="圖形 7">
            <a:extLst>
              <a:ext uri="{FF2B5EF4-FFF2-40B4-BE49-F238E27FC236}">
                <a16:creationId xmlns:a16="http://schemas.microsoft.com/office/drawing/2014/main" id="{14A01499-60D7-FBC0-5B58-30252C27389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A8E608C2-BE30-9AB8-FB24-CA3EB2BFE77F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D37760F3-9C9F-4E44-96CD-BA01F92DCA5B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3EB6DA7-FD93-7B3A-FD81-81329849B89F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2586139-A7B5-46CB-F3C4-CDA61F5FAAB9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1"/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1"/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0" name="圖形 19">
            <a:extLst>
              <a:ext uri="{FF2B5EF4-FFF2-40B4-BE49-F238E27FC236}">
                <a16:creationId xmlns:a16="http://schemas.microsoft.com/office/drawing/2014/main" id="{9D1F16FD-FBB3-5F4D-033A-2FD296B001B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pic>
        <p:nvPicPr>
          <p:cNvPr id="21" name="圖形 20">
            <a:extLst>
              <a:ext uri="{FF2B5EF4-FFF2-40B4-BE49-F238E27FC236}">
                <a16:creationId xmlns:a16="http://schemas.microsoft.com/office/drawing/2014/main" id="{9CA80779-FFF0-99C2-7C28-C3673F013D5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632742" y="4718966"/>
            <a:ext cx="218951" cy="318579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BA579D07-929C-0A6E-779A-D2A38AE91EC4}"/>
              </a:ext>
            </a:extLst>
          </p:cNvPr>
          <p:cNvSpPr txBox="1"/>
          <p:nvPr userDrawn="1"/>
        </p:nvSpPr>
        <p:spPr>
          <a:xfrm>
            <a:off x="8545210" y="4785923"/>
            <a:ext cx="39401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369430E-4B83-46E7-B3D7-8B8ED6213D7E}" type="slidenum">
              <a:rPr lang="zh-TW" altLang="en-US" sz="75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ctr"/>
              <a:t>‹#›</a:t>
            </a:fld>
            <a:endParaRPr lang="zh-TW" altLang="en-US" sz="825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36556AD6-3A07-11A9-9132-51A5E9A7FC15}"/>
              </a:ext>
            </a:extLst>
          </p:cNvPr>
          <p:cNvGrpSpPr/>
          <p:nvPr userDrawn="1"/>
        </p:nvGrpSpPr>
        <p:grpSpPr>
          <a:xfrm>
            <a:off x="7416982" y="4770794"/>
            <a:ext cx="1074734" cy="117470"/>
            <a:chOff x="10029293" y="6431079"/>
            <a:chExt cx="1372355" cy="15662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DAB5965-775B-B6AB-08D0-ADEE185AA8CF}"/>
                </a:ext>
              </a:extLst>
            </p:cNvPr>
            <p:cNvSpPr/>
            <p:nvPr userDrawn="1"/>
          </p:nvSpPr>
          <p:spPr>
            <a:xfrm>
              <a:off x="10029293" y="6431987"/>
              <a:ext cx="654102" cy="15571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Confidential</a:t>
              </a:r>
              <a:endParaRPr lang="zh-TW" alt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A0BC706-42E0-A5CD-1600-DEB993BA7D69}"/>
                </a:ext>
              </a:extLst>
            </p:cNvPr>
            <p:cNvSpPr/>
            <p:nvPr userDrawn="1"/>
          </p:nvSpPr>
          <p:spPr>
            <a:xfrm>
              <a:off x="10747546" y="6431079"/>
              <a:ext cx="654102" cy="155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45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Security </a:t>
              </a:r>
              <a:r>
                <a:rPr lang="en-US" altLang="zh-TW" sz="450" b="0" kern="1200" baseline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n-lt"/>
                  <a:ea typeface="新細明體" pitchFamily="18" charset="-120"/>
                  <a:cs typeface="Arial" panose="020B0604020202020204" pitchFamily="34" charset="0"/>
                </a:rPr>
                <a:t>C</a:t>
              </a:r>
              <a:endParaRPr lang="zh-TW" altLang="en-US" sz="450" b="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27" name="圖形 26">
            <a:extLst>
              <a:ext uri="{FF2B5EF4-FFF2-40B4-BE49-F238E27FC236}">
                <a16:creationId xmlns:a16="http://schemas.microsoft.com/office/drawing/2014/main" id="{8B3B730A-E96E-6779-8F7E-34164BE8AF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8818778" y="4851509"/>
            <a:ext cx="218951" cy="53492"/>
          </a:xfrm>
          <a:prstGeom prst="rect">
            <a:avLst/>
          </a:prstGeom>
        </p:spPr>
      </p:pic>
      <p:grpSp>
        <p:nvGrpSpPr>
          <p:cNvPr id="28" name="群組 27">
            <a:extLst>
              <a:ext uri="{FF2B5EF4-FFF2-40B4-BE49-F238E27FC236}">
                <a16:creationId xmlns:a16="http://schemas.microsoft.com/office/drawing/2014/main" id="{7B7F3AF4-D98E-A3D8-E7DC-54D382635F9B}"/>
              </a:ext>
            </a:extLst>
          </p:cNvPr>
          <p:cNvGrpSpPr/>
          <p:nvPr userDrawn="1"/>
        </p:nvGrpSpPr>
        <p:grpSpPr>
          <a:xfrm>
            <a:off x="189000" y="4768780"/>
            <a:ext cx="1065292" cy="186331"/>
            <a:chOff x="189000" y="4768780"/>
            <a:chExt cx="1065292" cy="186331"/>
          </a:xfrm>
          <a:solidFill>
            <a:schemeClr val="accent1"/>
          </a:solidFill>
        </p:grpSpPr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0BA2C5B2-F394-C922-42E4-FEB18C3014D8}"/>
                </a:ext>
              </a:extLst>
            </p:cNvPr>
            <p:cNvSpPr/>
            <p:nvPr/>
          </p:nvSpPr>
          <p:spPr>
            <a:xfrm>
              <a:off x="761892" y="4807135"/>
              <a:ext cx="125017" cy="147642"/>
            </a:xfrm>
            <a:custGeom>
              <a:avLst/>
              <a:gdLst>
                <a:gd name="connsiteX0" fmla="*/ 72709 w 125017"/>
                <a:gd name="connsiteY0" fmla="*/ 57089 h 147642"/>
                <a:gd name="connsiteX1" fmla="*/ 49307 w 125017"/>
                <a:gd name="connsiteY1" fmla="*/ 50141 h 147642"/>
                <a:gd name="connsiteX2" fmla="*/ 43692 w 125017"/>
                <a:gd name="connsiteY2" fmla="*/ 42080 h 147642"/>
                <a:gd name="connsiteX3" fmla="*/ 48195 w 125017"/>
                <a:gd name="connsiteY3" fmla="*/ 33575 h 147642"/>
                <a:gd name="connsiteX4" fmla="*/ 59813 w 125017"/>
                <a:gd name="connsiteY4" fmla="*/ 30296 h 147642"/>
                <a:gd name="connsiteX5" fmla="*/ 70764 w 125017"/>
                <a:gd name="connsiteY5" fmla="*/ 33242 h 147642"/>
                <a:gd name="connsiteX6" fmla="*/ 76545 w 125017"/>
                <a:gd name="connsiteY6" fmla="*/ 42025 h 147642"/>
                <a:gd name="connsiteX7" fmla="*/ 117069 w 125017"/>
                <a:gd name="connsiteY7" fmla="*/ 42025 h 147642"/>
                <a:gd name="connsiteX8" fmla="*/ 99614 w 125017"/>
                <a:gd name="connsiteY8" fmla="*/ 12063 h 147642"/>
                <a:gd name="connsiteX9" fmla="*/ 61036 w 125017"/>
                <a:gd name="connsiteY9" fmla="*/ 0 h 147642"/>
                <a:gd name="connsiteX10" fmla="*/ 18956 w 125017"/>
                <a:gd name="connsiteY10" fmla="*/ 12174 h 147642"/>
                <a:gd name="connsiteX11" fmla="*/ 2557 w 125017"/>
                <a:gd name="connsiteY11" fmla="*/ 43581 h 147642"/>
                <a:gd name="connsiteX12" fmla="*/ 16676 w 125017"/>
                <a:gd name="connsiteY12" fmla="*/ 69652 h 147642"/>
                <a:gd name="connsiteX13" fmla="*/ 57867 w 125017"/>
                <a:gd name="connsiteY13" fmla="*/ 86718 h 147642"/>
                <a:gd name="connsiteX14" fmla="*/ 77156 w 125017"/>
                <a:gd name="connsiteY14" fmla="*/ 93777 h 147642"/>
                <a:gd name="connsiteX15" fmla="*/ 83938 w 125017"/>
                <a:gd name="connsiteY15" fmla="*/ 103783 h 147642"/>
                <a:gd name="connsiteX16" fmla="*/ 78491 w 125017"/>
                <a:gd name="connsiteY16" fmla="*/ 113511 h 147642"/>
                <a:gd name="connsiteX17" fmla="*/ 64538 w 125017"/>
                <a:gd name="connsiteY17" fmla="*/ 117291 h 147642"/>
                <a:gd name="connsiteX18" fmla="*/ 49974 w 125017"/>
                <a:gd name="connsiteY18" fmla="*/ 112733 h 147642"/>
                <a:gd name="connsiteX19" fmla="*/ 42525 w 125017"/>
                <a:gd name="connsiteY19" fmla="*/ 99392 h 147642"/>
                <a:gd name="connsiteX20" fmla="*/ 0 w 125017"/>
                <a:gd name="connsiteY20" fmla="*/ 99392 h 147642"/>
                <a:gd name="connsiteX21" fmla="*/ 18900 w 125017"/>
                <a:gd name="connsiteY21" fmla="*/ 134301 h 147642"/>
                <a:gd name="connsiteX22" fmla="*/ 63815 w 125017"/>
                <a:gd name="connsiteY22" fmla="*/ 147642 h 147642"/>
                <a:gd name="connsiteX23" fmla="*/ 107841 w 125017"/>
                <a:gd name="connsiteY23" fmla="*/ 134412 h 147642"/>
                <a:gd name="connsiteX24" fmla="*/ 125018 w 125017"/>
                <a:gd name="connsiteY24" fmla="*/ 100392 h 147642"/>
                <a:gd name="connsiteX25" fmla="*/ 111677 w 125017"/>
                <a:gd name="connsiteY25" fmla="*/ 73821 h 147642"/>
                <a:gd name="connsiteX26" fmla="*/ 72821 w 125017"/>
                <a:gd name="connsiteY26" fmla="*/ 57145 h 14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5017" h="147642">
                  <a:moveTo>
                    <a:pt x="72709" y="57089"/>
                  </a:moveTo>
                  <a:cubicBezTo>
                    <a:pt x="62092" y="54476"/>
                    <a:pt x="53031" y="52197"/>
                    <a:pt x="49307" y="50141"/>
                  </a:cubicBezTo>
                  <a:cubicBezTo>
                    <a:pt x="45582" y="48139"/>
                    <a:pt x="43692" y="45416"/>
                    <a:pt x="43692" y="42080"/>
                  </a:cubicBezTo>
                  <a:cubicBezTo>
                    <a:pt x="43692" y="38745"/>
                    <a:pt x="45193" y="35743"/>
                    <a:pt x="48195" y="33575"/>
                  </a:cubicBezTo>
                  <a:cubicBezTo>
                    <a:pt x="51197" y="31407"/>
                    <a:pt x="55088" y="30296"/>
                    <a:pt x="59813" y="30296"/>
                  </a:cubicBezTo>
                  <a:cubicBezTo>
                    <a:pt x="64260" y="30296"/>
                    <a:pt x="67929" y="31296"/>
                    <a:pt x="70764" y="33242"/>
                  </a:cubicBezTo>
                  <a:cubicBezTo>
                    <a:pt x="73599" y="35187"/>
                    <a:pt x="75544" y="38134"/>
                    <a:pt x="76545" y="42025"/>
                  </a:cubicBezTo>
                  <a:lnTo>
                    <a:pt x="117069" y="42025"/>
                  </a:lnTo>
                  <a:cubicBezTo>
                    <a:pt x="116179" y="30073"/>
                    <a:pt x="110343" y="20123"/>
                    <a:pt x="99614" y="12063"/>
                  </a:cubicBezTo>
                  <a:cubicBezTo>
                    <a:pt x="88886" y="4002"/>
                    <a:pt x="75989" y="0"/>
                    <a:pt x="61036" y="0"/>
                  </a:cubicBezTo>
                  <a:cubicBezTo>
                    <a:pt x="43915" y="0"/>
                    <a:pt x="29906" y="4058"/>
                    <a:pt x="18956" y="12174"/>
                  </a:cubicBezTo>
                  <a:cubicBezTo>
                    <a:pt x="8005" y="20290"/>
                    <a:pt x="2557" y="30740"/>
                    <a:pt x="2557" y="43581"/>
                  </a:cubicBezTo>
                  <a:cubicBezTo>
                    <a:pt x="2557" y="54365"/>
                    <a:pt x="8505" y="63037"/>
                    <a:pt x="16676" y="69652"/>
                  </a:cubicBezTo>
                  <a:cubicBezTo>
                    <a:pt x="24959" y="76323"/>
                    <a:pt x="38689" y="81993"/>
                    <a:pt x="57867" y="86718"/>
                  </a:cubicBezTo>
                  <a:cubicBezTo>
                    <a:pt x="67373" y="89052"/>
                    <a:pt x="73821" y="91443"/>
                    <a:pt x="77156" y="93777"/>
                  </a:cubicBezTo>
                  <a:cubicBezTo>
                    <a:pt x="80436" y="96112"/>
                    <a:pt x="83938" y="99447"/>
                    <a:pt x="83938" y="103783"/>
                  </a:cubicBezTo>
                  <a:cubicBezTo>
                    <a:pt x="83938" y="107786"/>
                    <a:pt x="82104" y="111010"/>
                    <a:pt x="78491" y="113511"/>
                  </a:cubicBezTo>
                  <a:cubicBezTo>
                    <a:pt x="74822" y="116013"/>
                    <a:pt x="70208" y="117291"/>
                    <a:pt x="64538" y="117291"/>
                  </a:cubicBezTo>
                  <a:cubicBezTo>
                    <a:pt x="58590" y="117291"/>
                    <a:pt x="53698" y="115790"/>
                    <a:pt x="49974" y="112733"/>
                  </a:cubicBezTo>
                  <a:cubicBezTo>
                    <a:pt x="46249" y="109676"/>
                    <a:pt x="43748" y="105229"/>
                    <a:pt x="42525" y="99392"/>
                  </a:cubicBezTo>
                  <a:lnTo>
                    <a:pt x="0" y="99392"/>
                  </a:lnTo>
                  <a:cubicBezTo>
                    <a:pt x="834" y="113734"/>
                    <a:pt x="7115" y="125407"/>
                    <a:pt x="18900" y="134301"/>
                  </a:cubicBezTo>
                  <a:cubicBezTo>
                    <a:pt x="30685" y="143195"/>
                    <a:pt x="45638" y="147642"/>
                    <a:pt x="63815" y="147642"/>
                  </a:cubicBezTo>
                  <a:cubicBezTo>
                    <a:pt x="81993" y="147642"/>
                    <a:pt x="96446" y="143251"/>
                    <a:pt x="107841" y="134412"/>
                  </a:cubicBezTo>
                  <a:cubicBezTo>
                    <a:pt x="119292" y="125629"/>
                    <a:pt x="125018" y="114234"/>
                    <a:pt x="125018" y="100392"/>
                  </a:cubicBezTo>
                  <a:cubicBezTo>
                    <a:pt x="125018" y="89330"/>
                    <a:pt x="119348" y="80492"/>
                    <a:pt x="111677" y="73821"/>
                  </a:cubicBezTo>
                  <a:cubicBezTo>
                    <a:pt x="103894" y="67151"/>
                    <a:pt x="90942" y="61592"/>
                    <a:pt x="72821" y="5714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A9043CA5-545E-613D-D624-B9B8D066BE5E}"/>
                </a:ext>
              </a:extLst>
            </p:cNvPr>
            <p:cNvSpPr/>
            <p:nvPr/>
          </p:nvSpPr>
          <p:spPr>
            <a:xfrm>
              <a:off x="189000" y="4768780"/>
              <a:ext cx="127797" cy="186276"/>
            </a:xfrm>
            <a:custGeom>
              <a:avLst/>
              <a:gdLst>
                <a:gd name="connsiteX0" fmla="*/ 0 w 127797"/>
                <a:gd name="connsiteY0" fmla="*/ 183941 h 186276"/>
                <a:gd name="connsiteX1" fmla="*/ 0 w 127797"/>
                <a:gd name="connsiteY1" fmla="*/ 2390 h 186276"/>
                <a:gd name="connsiteX2" fmla="*/ 2390 w 127797"/>
                <a:gd name="connsiteY2" fmla="*/ 0 h 186276"/>
                <a:gd name="connsiteX3" fmla="*/ 125407 w 127797"/>
                <a:gd name="connsiteY3" fmla="*/ 0 h 186276"/>
                <a:gd name="connsiteX4" fmla="*/ 127797 w 127797"/>
                <a:gd name="connsiteY4" fmla="*/ 2390 h 186276"/>
                <a:gd name="connsiteX5" fmla="*/ 127797 w 127797"/>
                <a:gd name="connsiteY5" fmla="*/ 36410 h 186276"/>
                <a:gd name="connsiteX6" fmla="*/ 125407 w 127797"/>
                <a:gd name="connsiteY6" fmla="*/ 38801 h 186276"/>
                <a:gd name="connsiteX7" fmla="*/ 48139 w 127797"/>
                <a:gd name="connsiteY7" fmla="*/ 38801 h 186276"/>
                <a:gd name="connsiteX8" fmla="*/ 45749 w 127797"/>
                <a:gd name="connsiteY8" fmla="*/ 41191 h 186276"/>
                <a:gd name="connsiteX9" fmla="*/ 45749 w 127797"/>
                <a:gd name="connsiteY9" fmla="*/ 66761 h 186276"/>
                <a:gd name="connsiteX10" fmla="*/ 48139 w 127797"/>
                <a:gd name="connsiteY10" fmla="*/ 69152 h 186276"/>
                <a:gd name="connsiteX11" fmla="*/ 125407 w 127797"/>
                <a:gd name="connsiteY11" fmla="*/ 69152 h 186276"/>
                <a:gd name="connsiteX12" fmla="*/ 127797 w 127797"/>
                <a:gd name="connsiteY12" fmla="*/ 71542 h 186276"/>
                <a:gd name="connsiteX13" fmla="*/ 127797 w 127797"/>
                <a:gd name="connsiteY13" fmla="*/ 104673 h 186276"/>
                <a:gd name="connsiteX14" fmla="*/ 125407 w 127797"/>
                <a:gd name="connsiteY14" fmla="*/ 107063 h 186276"/>
                <a:gd name="connsiteX15" fmla="*/ 48139 w 127797"/>
                <a:gd name="connsiteY15" fmla="*/ 107063 h 186276"/>
                <a:gd name="connsiteX16" fmla="*/ 45749 w 127797"/>
                <a:gd name="connsiteY16" fmla="*/ 109453 h 186276"/>
                <a:gd name="connsiteX17" fmla="*/ 45749 w 127797"/>
                <a:gd name="connsiteY17" fmla="*/ 145196 h 186276"/>
                <a:gd name="connsiteX18" fmla="*/ 48139 w 127797"/>
                <a:gd name="connsiteY18" fmla="*/ 147587 h 186276"/>
                <a:gd name="connsiteX19" fmla="*/ 125407 w 127797"/>
                <a:gd name="connsiteY19" fmla="*/ 147587 h 186276"/>
                <a:gd name="connsiteX20" fmla="*/ 127797 w 127797"/>
                <a:gd name="connsiteY20" fmla="*/ 149977 h 186276"/>
                <a:gd name="connsiteX21" fmla="*/ 127797 w 127797"/>
                <a:gd name="connsiteY21" fmla="*/ 183886 h 186276"/>
                <a:gd name="connsiteX22" fmla="*/ 125407 w 127797"/>
                <a:gd name="connsiteY22" fmla="*/ 186276 h 186276"/>
                <a:gd name="connsiteX23" fmla="*/ 2390 w 127797"/>
                <a:gd name="connsiteY23" fmla="*/ 186276 h 186276"/>
                <a:gd name="connsiteX24" fmla="*/ 0 w 127797"/>
                <a:gd name="connsiteY24" fmla="*/ 183886 h 186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7797" h="186276">
                  <a:moveTo>
                    <a:pt x="0" y="183941"/>
                  </a:moveTo>
                  <a:lnTo>
                    <a:pt x="0" y="2390"/>
                  </a:lnTo>
                  <a:cubicBezTo>
                    <a:pt x="0" y="1056"/>
                    <a:pt x="1056" y="0"/>
                    <a:pt x="2390" y="0"/>
                  </a:cubicBezTo>
                  <a:lnTo>
                    <a:pt x="125407" y="0"/>
                  </a:lnTo>
                  <a:cubicBezTo>
                    <a:pt x="126741" y="0"/>
                    <a:pt x="127797" y="1056"/>
                    <a:pt x="127797" y="2390"/>
                  </a:cubicBezTo>
                  <a:lnTo>
                    <a:pt x="127797" y="36410"/>
                  </a:lnTo>
                  <a:cubicBezTo>
                    <a:pt x="127797" y="37744"/>
                    <a:pt x="126741" y="38801"/>
                    <a:pt x="125407" y="38801"/>
                  </a:cubicBezTo>
                  <a:lnTo>
                    <a:pt x="48139" y="38801"/>
                  </a:lnTo>
                  <a:cubicBezTo>
                    <a:pt x="46805" y="38801"/>
                    <a:pt x="45749" y="39857"/>
                    <a:pt x="45749" y="41191"/>
                  </a:cubicBezTo>
                  <a:lnTo>
                    <a:pt x="45749" y="66761"/>
                  </a:lnTo>
                  <a:cubicBezTo>
                    <a:pt x="45749" y="68096"/>
                    <a:pt x="46805" y="69152"/>
                    <a:pt x="48139" y="69152"/>
                  </a:cubicBezTo>
                  <a:lnTo>
                    <a:pt x="125407" y="69152"/>
                  </a:lnTo>
                  <a:cubicBezTo>
                    <a:pt x="126741" y="69152"/>
                    <a:pt x="127797" y="70208"/>
                    <a:pt x="127797" y="71542"/>
                  </a:cubicBezTo>
                  <a:lnTo>
                    <a:pt x="127797" y="104673"/>
                  </a:lnTo>
                  <a:cubicBezTo>
                    <a:pt x="127797" y="106007"/>
                    <a:pt x="126741" y="107063"/>
                    <a:pt x="125407" y="107063"/>
                  </a:cubicBezTo>
                  <a:lnTo>
                    <a:pt x="48139" y="107063"/>
                  </a:lnTo>
                  <a:cubicBezTo>
                    <a:pt x="46805" y="107063"/>
                    <a:pt x="45749" y="108119"/>
                    <a:pt x="45749" y="109453"/>
                  </a:cubicBezTo>
                  <a:lnTo>
                    <a:pt x="45749" y="145196"/>
                  </a:lnTo>
                  <a:cubicBezTo>
                    <a:pt x="45749" y="146531"/>
                    <a:pt x="46805" y="147587"/>
                    <a:pt x="48139" y="147587"/>
                  </a:cubicBezTo>
                  <a:lnTo>
                    <a:pt x="125407" y="147587"/>
                  </a:lnTo>
                  <a:cubicBezTo>
                    <a:pt x="126741" y="147587"/>
                    <a:pt x="127797" y="148643"/>
                    <a:pt x="127797" y="149977"/>
                  </a:cubicBezTo>
                  <a:lnTo>
                    <a:pt x="127797" y="183886"/>
                  </a:lnTo>
                  <a:cubicBezTo>
                    <a:pt x="127797" y="185220"/>
                    <a:pt x="126741" y="186276"/>
                    <a:pt x="125407" y="186276"/>
                  </a:cubicBezTo>
                  <a:lnTo>
                    <a:pt x="2390" y="186276"/>
                  </a:lnTo>
                  <a:cubicBezTo>
                    <a:pt x="1056" y="186276"/>
                    <a:pt x="0" y="185220"/>
                    <a:pt x="0" y="1838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87582B68-1CFC-60CD-C482-32716882D136}"/>
                </a:ext>
              </a:extLst>
            </p:cNvPr>
            <p:cNvSpPr/>
            <p:nvPr/>
          </p:nvSpPr>
          <p:spPr>
            <a:xfrm>
              <a:off x="473945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D395DBD0-46F5-396F-84A6-952060058645}"/>
                </a:ext>
              </a:extLst>
            </p:cNvPr>
            <p:cNvSpPr/>
            <p:nvPr/>
          </p:nvSpPr>
          <p:spPr>
            <a:xfrm>
              <a:off x="888299" y="4782287"/>
              <a:ext cx="94555" cy="172768"/>
            </a:xfrm>
            <a:custGeom>
              <a:avLst/>
              <a:gdLst>
                <a:gd name="connsiteX0" fmla="*/ 92165 w 94555"/>
                <a:gd name="connsiteY0" fmla="*/ 25459 h 172768"/>
                <a:gd name="connsiteX1" fmla="*/ 72265 w 94555"/>
                <a:gd name="connsiteY1" fmla="*/ 25459 h 172768"/>
                <a:gd name="connsiteX2" fmla="*/ 70375 w 94555"/>
                <a:gd name="connsiteY2" fmla="*/ 23569 h 172768"/>
                <a:gd name="connsiteX3" fmla="*/ 70375 w 94555"/>
                <a:gd name="connsiteY3" fmla="*/ 2390 h 172768"/>
                <a:gd name="connsiteX4" fmla="*/ 67984 w 94555"/>
                <a:gd name="connsiteY4" fmla="*/ 0 h 172768"/>
                <a:gd name="connsiteX5" fmla="*/ 26571 w 94555"/>
                <a:gd name="connsiteY5" fmla="*/ 0 h 172768"/>
                <a:gd name="connsiteX6" fmla="*/ 24181 w 94555"/>
                <a:gd name="connsiteY6" fmla="*/ 2390 h 172768"/>
                <a:gd name="connsiteX7" fmla="*/ 24181 w 94555"/>
                <a:gd name="connsiteY7" fmla="*/ 23569 h 172768"/>
                <a:gd name="connsiteX8" fmla="*/ 22291 w 94555"/>
                <a:gd name="connsiteY8" fmla="*/ 25459 h 172768"/>
                <a:gd name="connsiteX9" fmla="*/ 2390 w 94555"/>
                <a:gd name="connsiteY9" fmla="*/ 25459 h 172768"/>
                <a:gd name="connsiteX10" fmla="*/ 0 w 94555"/>
                <a:gd name="connsiteY10" fmla="*/ 27850 h 172768"/>
                <a:gd name="connsiteX11" fmla="*/ 0 w 94555"/>
                <a:gd name="connsiteY11" fmla="*/ 64260 h 172768"/>
                <a:gd name="connsiteX12" fmla="*/ 2390 w 94555"/>
                <a:gd name="connsiteY12" fmla="*/ 66650 h 172768"/>
                <a:gd name="connsiteX13" fmla="*/ 22291 w 94555"/>
                <a:gd name="connsiteY13" fmla="*/ 66650 h 172768"/>
                <a:gd name="connsiteX14" fmla="*/ 24181 w 94555"/>
                <a:gd name="connsiteY14" fmla="*/ 68540 h 172768"/>
                <a:gd name="connsiteX15" fmla="*/ 24181 w 94555"/>
                <a:gd name="connsiteY15" fmla="*/ 170378 h 172768"/>
                <a:gd name="connsiteX16" fmla="*/ 26571 w 94555"/>
                <a:gd name="connsiteY16" fmla="*/ 172768 h 172768"/>
                <a:gd name="connsiteX17" fmla="*/ 67984 w 94555"/>
                <a:gd name="connsiteY17" fmla="*/ 172768 h 172768"/>
                <a:gd name="connsiteX18" fmla="*/ 70375 w 94555"/>
                <a:gd name="connsiteY18" fmla="*/ 170378 h 172768"/>
                <a:gd name="connsiteX19" fmla="*/ 70375 w 94555"/>
                <a:gd name="connsiteY19" fmla="*/ 68596 h 172768"/>
                <a:gd name="connsiteX20" fmla="*/ 72265 w 94555"/>
                <a:gd name="connsiteY20" fmla="*/ 66706 h 172768"/>
                <a:gd name="connsiteX21" fmla="*/ 92165 w 94555"/>
                <a:gd name="connsiteY21" fmla="*/ 66706 h 172768"/>
                <a:gd name="connsiteX22" fmla="*/ 94556 w 94555"/>
                <a:gd name="connsiteY22" fmla="*/ 64316 h 172768"/>
                <a:gd name="connsiteX23" fmla="*/ 94556 w 94555"/>
                <a:gd name="connsiteY23" fmla="*/ 27905 h 172768"/>
                <a:gd name="connsiteX24" fmla="*/ 92165 w 94555"/>
                <a:gd name="connsiteY24" fmla="*/ 25515 h 1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55" h="172768">
                  <a:moveTo>
                    <a:pt x="92165" y="25459"/>
                  </a:moveTo>
                  <a:lnTo>
                    <a:pt x="72265" y="25459"/>
                  </a:lnTo>
                  <a:cubicBezTo>
                    <a:pt x="71209" y="25459"/>
                    <a:pt x="70375" y="24626"/>
                    <a:pt x="70375" y="23569"/>
                  </a:cubicBezTo>
                  <a:lnTo>
                    <a:pt x="70375" y="2390"/>
                  </a:lnTo>
                  <a:cubicBezTo>
                    <a:pt x="70375" y="1056"/>
                    <a:pt x="69319" y="0"/>
                    <a:pt x="67984" y="0"/>
                  </a:cubicBezTo>
                  <a:lnTo>
                    <a:pt x="26571" y="0"/>
                  </a:lnTo>
                  <a:cubicBezTo>
                    <a:pt x="25237" y="0"/>
                    <a:pt x="24181" y="1056"/>
                    <a:pt x="24181" y="2390"/>
                  </a:cubicBezTo>
                  <a:lnTo>
                    <a:pt x="24181" y="23569"/>
                  </a:lnTo>
                  <a:cubicBezTo>
                    <a:pt x="24181" y="24626"/>
                    <a:pt x="23347" y="25459"/>
                    <a:pt x="22291" y="25459"/>
                  </a:cubicBezTo>
                  <a:lnTo>
                    <a:pt x="2390" y="25459"/>
                  </a:lnTo>
                  <a:cubicBezTo>
                    <a:pt x="1056" y="25459"/>
                    <a:pt x="0" y="26516"/>
                    <a:pt x="0" y="27850"/>
                  </a:cubicBezTo>
                  <a:lnTo>
                    <a:pt x="0" y="64260"/>
                  </a:lnTo>
                  <a:cubicBezTo>
                    <a:pt x="0" y="65594"/>
                    <a:pt x="1056" y="66650"/>
                    <a:pt x="2390" y="66650"/>
                  </a:cubicBezTo>
                  <a:lnTo>
                    <a:pt x="22291" y="66650"/>
                  </a:lnTo>
                  <a:cubicBezTo>
                    <a:pt x="23347" y="66650"/>
                    <a:pt x="24181" y="67484"/>
                    <a:pt x="24181" y="68540"/>
                  </a:cubicBezTo>
                  <a:lnTo>
                    <a:pt x="24181" y="170378"/>
                  </a:lnTo>
                  <a:cubicBezTo>
                    <a:pt x="24181" y="171712"/>
                    <a:pt x="25237" y="172768"/>
                    <a:pt x="26571" y="172768"/>
                  </a:cubicBezTo>
                  <a:lnTo>
                    <a:pt x="67984" y="172768"/>
                  </a:lnTo>
                  <a:cubicBezTo>
                    <a:pt x="69319" y="172768"/>
                    <a:pt x="70375" y="171712"/>
                    <a:pt x="70375" y="170378"/>
                  </a:cubicBezTo>
                  <a:lnTo>
                    <a:pt x="70375" y="68596"/>
                  </a:lnTo>
                  <a:cubicBezTo>
                    <a:pt x="70375" y="67540"/>
                    <a:pt x="71209" y="66706"/>
                    <a:pt x="72265" y="66706"/>
                  </a:cubicBezTo>
                  <a:lnTo>
                    <a:pt x="92165" y="66706"/>
                  </a:lnTo>
                  <a:cubicBezTo>
                    <a:pt x="93499" y="66706"/>
                    <a:pt x="94556" y="65650"/>
                    <a:pt x="94556" y="64316"/>
                  </a:cubicBezTo>
                  <a:lnTo>
                    <a:pt x="94556" y="27905"/>
                  </a:lnTo>
                  <a:cubicBezTo>
                    <a:pt x="94556" y="26571"/>
                    <a:pt x="93499" y="25515"/>
                    <a:pt x="92165" y="2551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A695374C-A3BF-1658-8BBA-6CA79E3F0169}"/>
                </a:ext>
              </a:extLst>
            </p:cNvPr>
            <p:cNvSpPr/>
            <p:nvPr/>
          </p:nvSpPr>
          <p:spPr>
            <a:xfrm>
              <a:off x="986067" y="4808025"/>
              <a:ext cx="150322" cy="147030"/>
            </a:xfrm>
            <a:custGeom>
              <a:avLst/>
              <a:gdLst>
                <a:gd name="connsiteX0" fmla="*/ 109243 w 150322"/>
                <a:gd name="connsiteY0" fmla="*/ 2390 h 147030"/>
                <a:gd name="connsiteX1" fmla="*/ 109243 w 150322"/>
                <a:gd name="connsiteY1" fmla="*/ 9506 h 147030"/>
                <a:gd name="connsiteX2" fmla="*/ 66773 w 150322"/>
                <a:gd name="connsiteY2" fmla="*/ 500 h 147030"/>
                <a:gd name="connsiteX3" fmla="*/ 178 w 150322"/>
                <a:gd name="connsiteY3" fmla="*/ 68429 h 147030"/>
                <a:gd name="connsiteX4" fmla="*/ 73444 w 150322"/>
                <a:gd name="connsiteY4" fmla="*/ 147031 h 147030"/>
                <a:gd name="connsiteX5" fmla="*/ 109243 w 150322"/>
                <a:gd name="connsiteY5" fmla="*/ 137748 h 147030"/>
                <a:gd name="connsiteX6" fmla="*/ 109243 w 150322"/>
                <a:gd name="connsiteY6" fmla="*/ 144641 h 147030"/>
                <a:gd name="connsiteX7" fmla="*/ 111633 w 150322"/>
                <a:gd name="connsiteY7" fmla="*/ 147031 h 147030"/>
                <a:gd name="connsiteX8" fmla="*/ 147932 w 150322"/>
                <a:gd name="connsiteY8" fmla="*/ 147031 h 147030"/>
                <a:gd name="connsiteX9" fmla="*/ 150322 w 150322"/>
                <a:gd name="connsiteY9" fmla="*/ 144641 h 147030"/>
                <a:gd name="connsiteX10" fmla="*/ 150322 w 150322"/>
                <a:gd name="connsiteY10" fmla="*/ 2390 h 147030"/>
                <a:gd name="connsiteX11" fmla="*/ 147932 w 150322"/>
                <a:gd name="connsiteY11" fmla="*/ 0 h 147030"/>
                <a:gd name="connsiteX12" fmla="*/ 111633 w 150322"/>
                <a:gd name="connsiteY12" fmla="*/ 0 h 147030"/>
                <a:gd name="connsiteX13" fmla="*/ 109243 w 150322"/>
                <a:gd name="connsiteY13" fmla="*/ 2390 h 147030"/>
                <a:gd name="connsiteX14" fmla="*/ 76724 w 150322"/>
                <a:gd name="connsiteY14" fmla="*/ 105673 h 147030"/>
                <a:gd name="connsiteX15" fmla="*/ 41369 w 150322"/>
                <a:gd name="connsiteY15" fmla="*/ 70319 h 147030"/>
                <a:gd name="connsiteX16" fmla="*/ 70109 w 150322"/>
                <a:gd name="connsiteY16" fmla="*/ 41580 h 147030"/>
                <a:gd name="connsiteX17" fmla="*/ 105463 w 150322"/>
                <a:gd name="connsiteY17" fmla="*/ 76879 h 147030"/>
                <a:gd name="connsiteX18" fmla="*/ 76724 w 150322"/>
                <a:gd name="connsiteY18" fmla="*/ 105673 h 14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322" h="147030">
                  <a:moveTo>
                    <a:pt x="109243" y="2390"/>
                  </a:moveTo>
                  <a:lnTo>
                    <a:pt x="109243" y="9506"/>
                  </a:lnTo>
                  <a:cubicBezTo>
                    <a:pt x="96846" y="2613"/>
                    <a:pt x="82227" y="-889"/>
                    <a:pt x="66773" y="500"/>
                  </a:cubicBezTo>
                  <a:cubicBezTo>
                    <a:pt x="31141" y="3669"/>
                    <a:pt x="2624" y="32741"/>
                    <a:pt x="178" y="68429"/>
                  </a:cubicBezTo>
                  <a:cubicBezTo>
                    <a:pt x="-2768" y="111343"/>
                    <a:pt x="31141" y="147031"/>
                    <a:pt x="73444" y="147031"/>
                  </a:cubicBezTo>
                  <a:cubicBezTo>
                    <a:pt x="86451" y="147031"/>
                    <a:pt x="98625" y="143640"/>
                    <a:pt x="109243" y="137748"/>
                  </a:cubicBezTo>
                  <a:lnTo>
                    <a:pt x="109243" y="144641"/>
                  </a:lnTo>
                  <a:cubicBezTo>
                    <a:pt x="109243" y="145975"/>
                    <a:pt x="110299" y="147031"/>
                    <a:pt x="111633" y="147031"/>
                  </a:cubicBezTo>
                  <a:lnTo>
                    <a:pt x="147932" y="147031"/>
                  </a:lnTo>
                  <a:cubicBezTo>
                    <a:pt x="149266" y="147031"/>
                    <a:pt x="150322" y="145975"/>
                    <a:pt x="150322" y="144641"/>
                  </a:cubicBezTo>
                  <a:lnTo>
                    <a:pt x="150322" y="2390"/>
                  </a:lnTo>
                  <a:cubicBezTo>
                    <a:pt x="150322" y="1056"/>
                    <a:pt x="149266" y="0"/>
                    <a:pt x="147932" y="0"/>
                  </a:cubicBezTo>
                  <a:lnTo>
                    <a:pt x="111633" y="0"/>
                  </a:lnTo>
                  <a:cubicBezTo>
                    <a:pt x="110299" y="0"/>
                    <a:pt x="109243" y="1056"/>
                    <a:pt x="109243" y="2390"/>
                  </a:cubicBezTo>
                  <a:close/>
                  <a:moveTo>
                    <a:pt x="76724" y="105673"/>
                  </a:moveTo>
                  <a:cubicBezTo>
                    <a:pt x="56378" y="107730"/>
                    <a:pt x="39368" y="90720"/>
                    <a:pt x="41369" y="70319"/>
                  </a:cubicBezTo>
                  <a:cubicBezTo>
                    <a:pt x="42870" y="55255"/>
                    <a:pt x="55044" y="43081"/>
                    <a:pt x="70109" y="41580"/>
                  </a:cubicBezTo>
                  <a:cubicBezTo>
                    <a:pt x="90454" y="39523"/>
                    <a:pt x="107464" y="56533"/>
                    <a:pt x="105463" y="76879"/>
                  </a:cubicBezTo>
                  <a:cubicBezTo>
                    <a:pt x="103962" y="91943"/>
                    <a:pt x="91788" y="104172"/>
                    <a:pt x="76724" y="10567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8F592D6B-D2EB-C3D7-9B1C-17183097D53D}"/>
                </a:ext>
              </a:extLst>
            </p:cNvPr>
            <p:cNvSpPr/>
            <p:nvPr/>
          </p:nvSpPr>
          <p:spPr>
            <a:xfrm>
              <a:off x="1150231" y="4807969"/>
              <a:ext cx="104061" cy="147086"/>
            </a:xfrm>
            <a:custGeom>
              <a:avLst/>
              <a:gdLst>
                <a:gd name="connsiteX0" fmla="*/ 73321 w 104061"/>
                <a:gd name="connsiteY0" fmla="*/ 167 h 147086"/>
                <a:gd name="connsiteX1" fmla="*/ 41080 w 104061"/>
                <a:gd name="connsiteY1" fmla="*/ 7616 h 147086"/>
                <a:gd name="connsiteX2" fmla="*/ 41080 w 104061"/>
                <a:gd name="connsiteY2" fmla="*/ 2390 h 147086"/>
                <a:gd name="connsiteX3" fmla="*/ 38689 w 104061"/>
                <a:gd name="connsiteY3" fmla="*/ 0 h 147086"/>
                <a:gd name="connsiteX4" fmla="*/ 2390 w 104061"/>
                <a:gd name="connsiteY4" fmla="*/ 0 h 147086"/>
                <a:gd name="connsiteX5" fmla="*/ 0 w 104061"/>
                <a:gd name="connsiteY5" fmla="*/ 2390 h 147086"/>
                <a:gd name="connsiteX6" fmla="*/ 0 w 104061"/>
                <a:gd name="connsiteY6" fmla="*/ 144696 h 147086"/>
                <a:gd name="connsiteX7" fmla="*/ 2390 w 104061"/>
                <a:gd name="connsiteY7" fmla="*/ 147086 h 147086"/>
                <a:gd name="connsiteX8" fmla="*/ 38689 w 104061"/>
                <a:gd name="connsiteY8" fmla="*/ 147086 h 147086"/>
                <a:gd name="connsiteX9" fmla="*/ 41080 w 104061"/>
                <a:gd name="connsiteY9" fmla="*/ 144696 h 147086"/>
                <a:gd name="connsiteX10" fmla="*/ 41080 w 104061"/>
                <a:gd name="connsiteY10" fmla="*/ 65427 h 147086"/>
                <a:gd name="connsiteX11" fmla="*/ 85884 w 104061"/>
                <a:gd name="connsiteY11" fmla="*/ 43915 h 147086"/>
                <a:gd name="connsiteX12" fmla="*/ 104061 w 104061"/>
                <a:gd name="connsiteY12" fmla="*/ 6837 h 147086"/>
                <a:gd name="connsiteX13" fmla="*/ 73376 w 104061"/>
                <a:gd name="connsiteY13" fmla="*/ 167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061" h="147086">
                  <a:moveTo>
                    <a:pt x="73321" y="167"/>
                  </a:moveTo>
                  <a:cubicBezTo>
                    <a:pt x="61759" y="167"/>
                    <a:pt x="50808" y="2835"/>
                    <a:pt x="41080" y="7616"/>
                  </a:cubicBezTo>
                  <a:lnTo>
                    <a:pt x="41080" y="2390"/>
                  </a:lnTo>
                  <a:cubicBezTo>
                    <a:pt x="41080" y="1056"/>
                    <a:pt x="40024" y="0"/>
                    <a:pt x="38689" y="0"/>
                  </a:cubicBezTo>
                  <a:lnTo>
                    <a:pt x="2390" y="0"/>
                  </a:lnTo>
                  <a:cubicBezTo>
                    <a:pt x="1056" y="0"/>
                    <a:pt x="0" y="1056"/>
                    <a:pt x="0" y="2390"/>
                  </a:cubicBezTo>
                  <a:lnTo>
                    <a:pt x="0" y="144696"/>
                  </a:lnTo>
                  <a:cubicBezTo>
                    <a:pt x="0" y="146030"/>
                    <a:pt x="1056" y="147086"/>
                    <a:pt x="2390" y="147086"/>
                  </a:cubicBezTo>
                  <a:lnTo>
                    <a:pt x="38689" y="147086"/>
                  </a:lnTo>
                  <a:cubicBezTo>
                    <a:pt x="40024" y="147086"/>
                    <a:pt x="41080" y="146030"/>
                    <a:pt x="41080" y="144696"/>
                  </a:cubicBezTo>
                  <a:lnTo>
                    <a:pt x="41080" y="65427"/>
                  </a:lnTo>
                  <a:cubicBezTo>
                    <a:pt x="41135" y="47639"/>
                    <a:pt x="60313" y="36021"/>
                    <a:pt x="85884" y="43915"/>
                  </a:cubicBezTo>
                  <a:lnTo>
                    <a:pt x="104061" y="6837"/>
                  </a:lnTo>
                  <a:cubicBezTo>
                    <a:pt x="94722" y="2557"/>
                    <a:pt x="84327" y="167"/>
                    <a:pt x="73376" y="16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4487C714-3FF4-E9D6-0D11-E1292C8C8AD3}"/>
                </a:ext>
              </a:extLst>
            </p:cNvPr>
            <p:cNvSpPr/>
            <p:nvPr/>
          </p:nvSpPr>
          <p:spPr>
            <a:xfrm>
              <a:off x="330583" y="4808025"/>
              <a:ext cx="129520" cy="147086"/>
            </a:xfrm>
            <a:custGeom>
              <a:avLst/>
              <a:gdLst>
                <a:gd name="connsiteX0" fmla="*/ 0 w 129520"/>
                <a:gd name="connsiteY0" fmla="*/ 144696 h 147086"/>
                <a:gd name="connsiteX1" fmla="*/ 0 w 129520"/>
                <a:gd name="connsiteY1" fmla="*/ 5948 h 147086"/>
                <a:gd name="connsiteX2" fmla="*/ 2390 w 129520"/>
                <a:gd name="connsiteY2" fmla="*/ 3558 h 147086"/>
                <a:gd name="connsiteX3" fmla="*/ 40969 w 129520"/>
                <a:gd name="connsiteY3" fmla="*/ 3558 h 147086"/>
                <a:gd name="connsiteX4" fmla="*/ 43359 w 129520"/>
                <a:gd name="connsiteY4" fmla="*/ 5948 h 147086"/>
                <a:gd name="connsiteX5" fmla="*/ 43359 w 129520"/>
                <a:gd name="connsiteY5" fmla="*/ 23236 h 147086"/>
                <a:gd name="connsiteX6" fmla="*/ 60424 w 129520"/>
                <a:gd name="connsiteY6" fmla="*/ 5726 h 147086"/>
                <a:gd name="connsiteX7" fmla="*/ 84439 w 129520"/>
                <a:gd name="connsiteY7" fmla="*/ 0 h 147086"/>
                <a:gd name="connsiteX8" fmla="*/ 118848 w 129520"/>
                <a:gd name="connsiteY8" fmla="*/ 12619 h 147086"/>
                <a:gd name="connsiteX9" fmla="*/ 129521 w 129520"/>
                <a:gd name="connsiteY9" fmla="*/ 53754 h 147086"/>
                <a:gd name="connsiteX10" fmla="*/ 129521 w 129520"/>
                <a:gd name="connsiteY10" fmla="*/ 144696 h 147086"/>
                <a:gd name="connsiteX11" fmla="*/ 127130 w 129520"/>
                <a:gd name="connsiteY11" fmla="*/ 147086 h 147086"/>
                <a:gd name="connsiteX12" fmla="*/ 87551 w 129520"/>
                <a:gd name="connsiteY12" fmla="*/ 147086 h 147086"/>
                <a:gd name="connsiteX13" fmla="*/ 85161 w 129520"/>
                <a:gd name="connsiteY13" fmla="*/ 144696 h 147086"/>
                <a:gd name="connsiteX14" fmla="*/ 85161 w 129520"/>
                <a:gd name="connsiteY14" fmla="*/ 74877 h 147086"/>
                <a:gd name="connsiteX15" fmla="*/ 81159 w 129520"/>
                <a:gd name="connsiteY15" fmla="*/ 42581 h 147086"/>
                <a:gd name="connsiteX16" fmla="*/ 66484 w 129520"/>
                <a:gd name="connsiteY16" fmla="*/ 35632 h 147086"/>
                <a:gd name="connsiteX17" fmla="*/ 49418 w 129520"/>
                <a:gd name="connsiteY17" fmla="*/ 43859 h 147086"/>
                <a:gd name="connsiteX18" fmla="*/ 44081 w 129520"/>
                <a:gd name="connsiteY18" fmla="*/ 70208 h 147086"/>
                <a:gd name="connsiteX19" fmla="*/ 44081 w 129520"/>
                <a:gd name="connsiteY19" fmla="*/ 144641 h 147086"/>
                <a:gd name="connsiteX20" fmla="*/ 41691 w 129520"/>
                <a:gd name="connsiteY20" fmla="*/ 147031 h 147086"/>
                <a:gd name="connsiteX21" fmla="*/ 2390 w 129520"/>
                <a:gd name="connsiteY21" fmla="*/ 147031 h 147086"/>
                <a:gd name="connsiteX22" fmla="*/ 0 w 129520"/>
                <a:gd name="connsiteY22" fmla="*/ 144641 h 147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9520" h="147086">
                  <a:moveTo>
                    <a:pt x="0" y="144696"/>
                  </a:moveTo>
                  <a:lnTo>
                    <a:pt x="0" y="5948"/>
                  </a:lnTo>
                  <a:cubicBezTo>
                    <a:pt x="0" y="4614"/>
                    <a:pt x="1056" y="3558"/>
                    <a:pt x="2390" y="3558"/>
                  </a:cubicBezTo>
                  <a:lnTo>
                    <a:pt x="40969" y="3558"/>
                  </a:lnTo>
                  <a:cubicBezTo>
                    <a:pt x="42303" y="3558"/>
                    <a:pt x="43359" y="4614"/>
                    <a:pt x="43359" y="5948"/>
                  </a:cubicBezTo>
                  <a:lnTo>
                    <a:pt x="43359" y="23236"/>
                  </a:lnTo>
                  <a:cubicBezTo>
                    <a:pt x="48028" y="15398"/>
                    <a:pt x="53698" y="9561"/>
                    <a:pt x="60424" y="5726"/>
                  </a:cubicBezTo>
                  <a:cubicBezTo>
                    <a:pt x="67151" y="1890"/>
                    <a:pt x="75155" y="0"/>
                    <a:pt x="84439" y="0"/>
                  </a:cubicBezTo>
                  <a:cubicBezTo>
                    <a:pt x="100281" y="0"/>
                    <a:pt x="111788" y="4225"/>
                    <a:pt x="118848" y="12619"/>
                  </a:cubicBezTo>
                  <a:cubicBezTo>
                    <a:pt x="125963" y="21012"/>
                    <a:pt x="129521" y="34743"/>
                    <a:pt x="129521" y="53754"/>
                  </a:cubicBezTo>
                  <a:lnTo>
                    <a:pt x="129521" y="144696"/>
                  </a:lnTo>
                  <a:cubicBezTo>
                    <a:pt x="129521" y="146030"/>
                    <a:pt x="128464" y="147086"/>
                    <a:pt x="127130" y="147086"/>
                  </a:cubicBezTo>
                  <a:lnTo>
                    <a:pt x="87551" y="147086"/>
                  </a:lnTo>
                  <a:cubicBezTo>
                    <a:pt x="86217" y="147086"/>
                    <a:pt x="85161" y="146030"/>
                    <a:pt x="85161" y="144696"/>
                  </a:cubicBezTo>
                  <a:lnTo>
                    <a:pt x="85161" y="74877"/>
                  </a:lnTo>
                  <a:cubicBezTo>
                    <a:pt x="85161" y="57979"/>
                    <a:pt x="83827" y="47194"/>
                    <a:pt x="81159" y="42581"/>
                  </a:cubicBezTo>
                  <a:cubicBezTo>
                    <a:pt x="78491" y="37967"/>
                    <a:pt x="73599" y="35632"/>
                    <a:pt x="66484" y="35632"/>
                  </a:cubicBezTo>
                  <a:cubicBezTo>
                    <a:pt x="58701" y="35632"/>
                    <a:pt x="52976" y="38411"/>
                    <a:pt x="49418" y="43859"/>
                  </a:cubicBezTo>
                  <a:cubicBezTo>
                    <a:pt x="45860" y="49362"/>
                    <a:pt x="44081" y="58145"/>
                    <a:pt x="44081" y="70208"/>
                  </a:cubicBezTo>
                  <a:lnTo>
                    <a:pt x="44081" y="144641"/>
                  </a:lnTo>
                  <a:cubicBezTo>
                    <a:pt x="44081" y="145975"/>
                    <a:pt x="43025" y="147031"/>
                    <a:pt x="41691" y="147031"/>
                  </a:cubicBezTo>
                  <a:lnTo>
                    <a:pt x="2390" y="147031"/>
                  </a:lnTo>
                  <a:cubicBezTo>
                    <a:pt x="1056" y="147031"/>
                    <a:pt x="0" y="145975"/>
                    <a:pt x="0" y="1446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06A44B4C-B293-6C61-A028-64E9A7327F3A}"/>
                </a:ext>
              </a:extLst>
            </p:cNvPr>
            <p:cNvSpPr/>
            <p:nvPr/>
          </p:nvSpPr>
          <p:spPr>
            <a:xfrm>
              <a:off x="609375" y="4808260"/>
              <a:ext cx="146717" cy="146727"/>
            </a:xfrm>
            <a:custGeom>
              <a:avLst/>
              <a:gdLst>
                <a:gd name="connsiteX0" fmla="*/ 77195 w 146717"/>
                <a:gd name="connsiteY0" fmla="*/ 98 h 146727"/>
                <a:gd name="connsiteX1" fmla="*/ 94 w 146717"/>
                <a:gd name="connsiteY1" fmla="*/ 77199 h 146727"/>
                <a:gd name="connsiteX2" fmla="*/ 69523 w 146717"/>
                <a:gd name="connsiteY2" fmla="*/ 146629 h 146727"/>
                <a:gd name="connsiteX3" fmla="*/ 146624 w 146717"/>
                <a:gd name="connsiteY3" fmla="*/ 69528 h 146727"/>
                <a:gd name="connsiteX4" fmla="*/ 77195 w 146717"/>
                <a:gd name="connsiteY4" fmla="*/ 98 h 146727"/>
                <a:gd name="connsiteX5" fmla="*/ 77306 w 146717"/>
                <a:gd name="connsiteY5" fmla="*/ 105716 h 146727"/>
                <a:gd name="connsiteX6" fmla="*/ 41952 w 146717"/>
                <a:gd name="connsiteY6" fmla="*/ 70362 h 146727"/>
                <a:gd name="connsiteX7" fmla="*/ 70746 w 146717"/>
                <a:gd name="connsiteY7" fmla="*/ 41567 h 146727"/>
                <a:gd name="connsiteX8" fmla="*/ 106100 w 146717"/>
                <a:gd name="connsiteY8" fmla="*/ 76921 h 146727"/>
                <a:gd name="connsiteX9" fmla="*/ 77306 w 146717"/>
                <a:gd name="connsiteY9" fmla="*/ 105716 h 14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6717" h="146727">
                  <a:moveTo>
                    <a:pt x="77195" y="98"/>
                  </a:moveTo>
                  <a:cubicBezTo>
                    <a:pt x="33669" y="-2125"/>
                    <a:pt x="-2074" y="33674"/>
                    <a:pt x="94" y="77199"/>
                  </a:cubicBezTo>
                  <a:cubicBezTo>
                    <a:pt x="1984" y="114499"/>
                    <a:pt x="32279" y="144739"/>
                    <a:pt x="69523" y="146629"/>
                  </a:cubicBezTo>
                  <a:cubicBezTo>
                    <a:pt x="113049" y="148852"/>
                    <a:pt x="148792" y="113054"/>
                    <a:pt x="146624" y="69528"/>
                  </a:cubicBezTo>
                  <a:cubicBezTo>
                    <a:pt x="144734" y="32228"/>
                    <a:pt x="114439" y="1988"/>
                    <a:pt x="77195" y="98"/>
                  </a:cubicBezTo>
                  <a:close/>
                  <a:moveTo>
                    <a:pt x="77306" y="105716"/>
                  </a:moveTo>
                  <a:cubicBezTo>
                    <a:pt x="56905" y="107717"/>
                    <a:pt x="39950" y="90763"/>
                    <a:pt x="41952" y="70362"/>
                  </a:cubicBezTo>
                  <a:cubicBezTo>
                    <a:pt x="43453" y="55297"/>
                    <a:pt x="55626" y="43068"/>
                    <a:pt x="70746" y="41567"/>
                  </a:cubicBezTo>
                  <a:cubicBezTo>
                    <a:pt x="91147" y="39566"/>
                    <a:pt x="108102" y="56520"/>
                    <a:pt x="106100" y="76921"/>
                  </a:cubicBezTo>
                  <a:cubicBezTo>
                    <a:pt x="104600" y="91986"/>
                    <a:pt x="92426" y="104215"/>
                    <a:pt x="77306" y="10571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53251097-F774-BE83-45B3-455903FE4A29}"/>
              </a:ext>
            </a:extLst>
          </p:cNvPr>
          <p:cNvSpPr txBox="1"/>
          <p:nvPr userDrawn="1"/>
        </p:nvSpPr>
        <p:spPr>
          <a:xfrm>
            <a:off x="6906768" y="4882300"/>
            <a:ext cx="1821757" cy="16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© </a:t>
            </a:r>
            <a:fld id="{AD19FAC7-4D07-455E-8C7C-286BB0A1C53D}" type="datetimeyyyy">
              <a:rPr lang="en-US" altLang="zh-TW" sz="450" kern="1200" smtClean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2025</a:t>
            </a:fld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Inc. &amp; </a:t>
            </a:r>
            <a:r>
              <a:rPr lang="en-US" altLang="zh-TW" sz="450" kern="1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Ennostar</a:t>
            </a:r>
            <a:r>
              <a:rPr lang="en-US" altLang="zh-TW" sz="45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新細明體" pitchFamily="18" charset="-120"/>
                <a:cs typeface="Arial" panose="020B0604020202020204" pitchFamily="34" charset="0"/>
              </a:rPr>
              <a:t> Corp. All Rights Reserved.</a:t>
            </a:r>
            <a:endParaRPr lang="zh-TW" altLang="en-US" sz="450" kern="120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ea typeface="新細明體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71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形 12">
            <a:extLst>
              <a:ext uri="{FF2B5EF4-FFF2-40B4-BE49-F238E27FC236}">
                <a16:creationId xmlns:a16="http://schemas.microsoft.com/office/drawing/2014/main" id="{F62F2812-A0B3-4B83-A1FF-B22FBA946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298" y="302981"/>
            <a:ext cx="1835944" cy="3194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CF03EF1-42BD-3D25-722D-73A0273FD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76400"/>
            <a:ext cx="9143999" cy="1790700"/>
          </a:xfrm>
        </p:spPr>
        <p:txBody>
          <a:bodyPr anchor="ctr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3826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形 12">
            <a:extLst>
              <a:ext uri="{FF2B5EF4-FFF2-40B4-BE49-F238E27FC236}">
                <a16:creationId xmlns:a16="http://schemas.microsoft.com/office/drawing/2014/main" id="{F62F2812-A0B3-4B83-A1FF-B22FBA946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298" y="302981"/>
            <a:ext cx="1835944" cy="3194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CAC6CB0-0A96-5379-F5A3-05E94A25E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1790700"/>
          </a:xfrm>
        </p:spPr>
        <p:txBody>
          <a:bodyPr anchor="ctr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1496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形 12">
            <a:extLst>
              <a:ext uri="{FF2B5EF4-FFF2-40B4-BE49-F238E27FC236}">
                <a16:creationId xmlns:a16="http://schemas.microsoft.com/office/drawing/2014/main" id="{F62F2812-A0B3-4B83-A1FF-B22FBA946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298" y="302981"/>
            <a:ext cx="1835944" cy="3194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0F7B60E-95BF-4ED8-12AE-AC6090DEF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1790700"/>
          </a:xfrm>
        </p:spPr>
        <p:txBody>
          <a:bodyPr anchor="ctr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6684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形 12">
            <a:extLst>
              <a:ext uri="{FF2B5EF4-FFF2-40B4-BE49-F238E27FC236}">
                <a16:creationId xmlns:a16="http://schemas.microsoft.com/office/drawing/2014/main" id="{F62F2812-A0B3-4B83-A1FF-B22FBA946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7491" y="4617417"/>
            <a:ext cx="1541308" cy="26821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0F7B60E-95BF-4ED8-12AE-AC6090DEF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1790700"/>
          </a:xfrm>
        </p:spPr>
        <p:txBody>
          <a:bodyPr anchor="ctr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4174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End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形 12">
            <a:extLst>
              <a:ext uri="{FF2B5EF4-FFF2-40B4-BE49-F238E27FC236}">
                <a16:creationId xmlns:a16="http://schemas.microsoft.com/office/drawing/2014/main" id="{F62F2812-A0B3-4B83-A1FF-B22FBA946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7491" y="4617417"/>
            <a:ext cx="1541308" cy="26821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5FF78EA7-AAC0-C653-0A43-048883713C27}"/>
              </a:ext>
            </a:extLst>
          </p:cNvPr>
          <p:cNvSpPr txBox="1"/>
          <p:nvPr userDrawn="1"/>
        </p:nvSpPr>
        <p:spPr>
          <a:xfrm>
            <a:off x="2008632" y="2432304"/>
            <a:ext cx="4971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Arial" panose="020B0604020202020204" pitchFamily="34" charset="0"/>
              </a:rPr>
              <a:t>Bright Innovation</a:t>
            </a:r>
            <a:r>
              <a:rPr lang="zh-TW" altLang="en-US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Arial" panose="020B0604020202020204" pitchFamily="34" charset="0"/>
              </a:rPr>
              <a:t>．</a:t>
            </a:r>
            <a:r>
              <a:rPr lang="en-US" altLang="zh-TW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Arial" panose="020B0604020202020204" pitchFamily="34" charset="0"/>
              </a:rPr>
              <a:t>Sustainable Future</a:t>
            </a:r>
            <a:endParaRPr lang="zh-TW" altLang="en-US" sz="2000" dirty="0">
              <a:solidFill>
                <a:schemeClr val="bg1"/>
              </a:solidFill>
              <a:latin typeface="Roboto Light" panose="02000000000000000000" pitchFamily="2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06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23711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3832411"/>
            <a:ext cx="7886700" cy="800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7437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lang="en-US" altLang="en-US" sz="2800" b="1" kern="1200" dirty="0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ctr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fld id="{D04105CA-BFC3-4BCD-B806-E151D69215F4}" type="datetimeFigureOut">
              <a:rPr lang="zh-TW" altLang="en-US" smtClean="0"/>
              <a:pPr/>
              <a:t>2025/11/26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fld id="{72E5D2EC-D9FC-4367-9291-770F97719C88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9503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微軟正黑體" panose="020B0604030504040204" pitchFamily="34" charset="-120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085F31C-5256-9F8F-D885-A3A32FB7D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客戶問卷</a:t>
            </a:r>
            <a:endParaRPr lang="zh-TW" altLang="en-US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068543B-C99C-D76A-0A7C-EAD86D9B40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sz="1800" b="1" dirty="0"/>
          </a:p>
          <a:p>
            <a:pPr marL="0" indent="0">
              <a:buNone/>
            </a:pPr>
            <a:endParaRPr lang="en-US" altLang="zh-TW" sz="1800" b="1" dirty="0"/>
          </a:p>
          <a:p>
            <a:pPr marL="342900" lvl="1" indent="0">
              <a:buNone/>
            </a:pPr>
            <a:endParaRPr lang="en-US" altLang="zh-TW" sz="1600" dirty="0"/>
          </a:p>
          <a:p>
            <a:endParaRPr lang="en-US" altLang="zh-TW" sz="1800" dirty="0"/>
          </a:p>
          <a:p>
            <a:endParaRPr lang="zh-TW" altLang="en-US" dirty="0"/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A9A54076-0802-592B-21F1-72C326BBBE43}"/>
              </a:ext>
            </a:extLst>
          </p:cNvPr>
          <p:cNvGrpSpPr/>
          <p:nvPr/>
        </p:nvGrpSpPr>
        <p:grpSpPr>
          <a:xfrm>
            <a:off x="1151467" y="1480048"/>
            <a:ext cx="7568913" cy="558810"/>
            <a:chOff x="1151467" y="2251302"/>
            <a:chExt cx="7568913" cy="558810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F9F41E10-FDBB-822C-BBC9-31B7531ED550}"/>
                </a:ext>
              </a:extLst>
            </p:cNvPr>
            <p:cNvSpPr/>
            <p:nvPr/>
          </p:nvSpPr>
          <p:spPr>
            <a:xfrm>
              <a:off x="1151467" y="2421473"/>
              <a:ext cx="973667" cy="372533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/>
                <a:t>客戶檔案</a:t>
              </a:r>
            </a:p>
          </p:txBody>
        </p:sp>
        <p:sp>
          <p:nvSpPr>
            <p:cNvPr id="11" name="箭號: 向右 10">
              <a:extLst>
                <a:ext uri="{FF2B5EF4-FFF2-40B4-BE49-F238E27FC236}">
                  <a16:creationId xmlns:a16="http://schemas.microsoft.com/office/drawing/2014/main" id="{307A1180-65AE-8AED-3B7F-160EE8FF709A}"/>
                </a:ext>
              </a:extLst>
            </p:cNvPr>
            <p:cNvSpPr/>
            <p:nvPr/>
          </p:nvSpPr>
          <p:spPr>
            <a:xfrm>
              <a:off x="2192866" y="2514605"/>
              <a:ext cx="177657" cy="184150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93F966E2-D3FF-8879-8038-64AF418FFD4B}"/>
                </a:ext>
              </a:extLst>
            </p:cNvPr>
            <p:cNvSpPr/>
            <p:nvPr/>
          </p:nvSpPr>
          <p:spPr>
            <a:xfrm>
              <a:off x="2438396" y="2429934"/>
              <a:ext cx="973667" cy="372533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50" dirty="0"/>
                <a:t>整理為</a:t>
              </a:r>
              <a:br>
                <a:rPr lang="en-US" altLang="zh-TW" sz="1050" dirty="0"/>
              </a:br>
              <a:r>
                <a:rPr lang="en-US" altLang="zh-TW" sz="1050" dirty="0"/>
                <a:t>Excel</a:t>
              </a:r>
              <a:r>
                <a:rPr lang="zh-TW" altLang="en-US" sz="1050" dirty="0"/>
                <a:t>檔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795701C-9DA4-E261-19E5-6FC616305832}"/>
                </a:ext>
              </a:extLst>
            </p:cNvPr>
            <p:cNvSpPr/>
            <p:nvPr/>
          </p:nvSpPr>
          <p:spPr>
            <a:xfrm>
              <a:off x="1993827" y="2251311"/>
              <a:ext cx="575733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>
                  <a:solidFill>
                    <a:schemeClr val="tx1">
                      <a:lumMod val="75000"/>
                    </a:schemeClr>
                  </a:solidFill>
                </a:rPr>
                <a:t>手動</a:t>
              </a:r>
            </a:p>
          </p:txBody>
        </p:sp>
        <p:sp>
          <p:nvSpPr>
            <p:cNvPr id="14" name="箭號: 向右 13">
              <a:extLst>
                <a:ext uri="{FF2B5EF4-FFF2-40B4-BE49-F238E27FC236}">
                  <a16:creationId xmlns:a16="http://schemas.microsoft.com/office/drawing/2014/main" id="{C481E7A9-0AC2-A328-6B3F-19FACE6BE7EC}"/>
                </a:ext>
              </a:extLst>
            </p:cNvPr>
            <p:cNvSpPr/>
            <p:nvPr/>
          </p:nvSpPr>
          <p:spPr>
            <a:xfrm>
              <a:off x="3488269" y="2531533"/>
              <a:ext cx="177657" cy="184150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F8DFCF4-0D58-7AA0-F11E-EDF7BDF4B1A2}"/>
                </a:ext>
              </a:extLst>
            </p:cNvPr>
            <p:cNvSpPr/>
            <p:nvPr/>
          </p:nvSpPr>
          <p:spPr>
            <a:xfrm>
              <a:off x="3323085" y="2259779"/>
              <a:ext cx="575733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>
                  <a:solidFill>
                    <a:schemeClr val="tx1">
                      <a:lumMod val="75000"/>
                    </a:schemeClr>
                  </a:solidFill>
                </a:rPr>
                <a:t>手動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A22A1D5-0AE0-BCA2-8ACB-FDE784B2A689}"/>
                </a:ext>
              </a:extLst>
            </p:cNvPr>
            <p:cNvSpPr/>
            <p:nvPr/>
          </p:nvSpPr>
          <p:spPr>
            <a:xfrm>
              <a:off x="4622804" y="2251311"/>
              <a:ext cx="575733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>
                  <a:solidFill>
                    <a:schemeClr val="tx1">
                      <a:lumMod val="75000"/>
                    </a:schemeClr>
                  </a:solidFill>
                </a:rPr>
                <a:t>手動</a:t>
              </a:r>
            </a:p>
          </p:txBody>
        </p:sp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F2E52FA4-C4A8-62E7-4DFB-D2DBDF5D2490}"/>
                </a:ext>
              </a:extLst>
            </p:cNvPr>
            <p:cNvSpPr/>
            <p:nvPr/>
          </p:nvSpPr>
          <p:spPr>
            <a:xfrm>
              <a:off x="3776131" y="2429928"/>
              <a:ext cx="973667" cy="372533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/>
                <a:t>分派權責歸屬及</a:t>
              </a:r>
              <a:br>
                <a:rPr lang="en-US" altLang="zh-TW" sz="800" dirty="0"/>
              </a:br>
              <a:r>
                <a:rPr lang="zh-TW" altLang="en-US" sz="800" dirty="0"/>
                <a:t>提供單位填寫</a:t>
              </a:r>
            </a:p>
          </p:txBody>
        </p:sp>
        <p:sp>
          <p:nvSpPr>
            <p:cNvPr id="18" name="箭號: 向右 17">
              <a:extLst>
                <a:ext uri="{FF2B5EF4-FFF2-40B4-BE49-F238E27FC236}">
                  <a16:creationId xmlns:a16="http://schemas.microsoft.com/office/drawing/2014/main" id="{1582489D-EB0C-0414-C043-E27A498BF6F0}"/>
                </a:ext>
              </a:extLst>
            </p:cNvPr>
            <p:cNvSpPr/>
            <p:nvPr/>
          </p:nvSpPr>
          <p:spPr>
            <a:xfrm>
              <a:off x="4842928" y="2528793"/>
              <a:ext cx="177657" cy="184150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AA58901D-4F02-5736-339A-6C9FD4211EFE}"/>
                </a:ext>
              </a:extLst>
            </p:cNvPr>
            <p:cNvSpPr/>
            <p:nvPr/>
          </p:nvSpPr>
          <p:spPr>
            <a:xfrm>
              <a:off x="5113715" y="2437579"/>
              <a:ext cx="973667" cy="372533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/>
                <a:t>各單位資料</a:t>
              </a:r>
              <a:br>
                <a:rPr lang="en-US" altLang="zh-TW" sz="900" dirty="0"/>
              </a:br>
              <a:r>
                <a:rPr lang="zh-TW" altLang="en-US" sz="900" dirty="0"/>
                <a:t>彙整及比對</a:t>
              </a:r>
            </a:p>
          </p:txBody>
        </p:sp>
        <p:sp>
          <p:nvSpPr>
            <p:cNvPr id="20" name="箭號: 向右 19">
              <a:extLst>
                <a:ext uri="{FF2B5EF4-FFF2-40B4-BE49-F238E27FC236}">
                  <a16:creationId xmlns:a16="http://schemas.microsoft.com/office/drawing/2014/main" id="{F35CBDF8-55D0-3D86-BD7D-E5DFFEDA782E}"/>
                </a:ext>
              </a:extLst>
            </p:cNvPr>
            <p:cNvSpPr/>
            <p:nvPr/>
          </p:nvSpPr>
          <p:spPr>
            <a:xfrm>
              <a:off x="6185901" y="2524119"/>
              <a:ext cx="177657" cy="184150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708D761A-F20A-1D11-EDD9-F4659DDDD84F}"/>
                </a:ext>
              </a:extLst>
            </p:cNvPr>
            <p:cNvSpPr/>
            <p:nvPr/>
          </p:nvSpPr>
          <p:spPr>
            <a:xfrm>
              <a:off x="6426046" y="2437573"/>
              <a:ext cx="973667" cy="372533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/>
                <a:t>有誤</a:t>
              </a:r>
              <a:r>
                <a:rPr lang="en-US" altLang="zh-TW" sz="900" dirty="0"/>
                <a:t>,</a:t>
              </a:r>
              <a:r>
                <a:rPr lang="zh-TW" altLang="en-US" sz="900" dirty="0"/>
                <a:t>及不足</a:t>
              </a:r>
              <a:br>
                <a:rPr lang="en-US" altLang="zh-TW" sz="900" dirty="0"/>
              </a:br>
              <a:r>
                <a:rPr lang="zh-TW" altLang="en-US" sz="900" dirty="0"/>
                <a:t>資料追蹤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8B4BB2F-D243-15C5-8C59-91E907124113}"/>
                </a:ext>
              </a:extLst>
            </p:cNvPr>
            <p:cNvSpPr/>
            <p:nvPr/>
          </p:nvSpPr>
          <p:spPr>
            <a:xfrm>
              <a:off x="6019799" y="2251308"/>
              <a:ext cx="575733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>
                  <a:solidFill>
                    <a:schemeClr val="tx1">
                      <a:lumMod val="75000"/>
                    </a:schemeClr>
                  </a:solidFill>
                </a:rPr>
                <a:t>手動</a:t>
              </a:r>
            </a:p>
          </p:txBody>
        </p:sp>
        <p:sp>
          <p:nvSpPr>
            <p:cNvPr id="33" name="箭號: 向右 32">
              <a:extLst>
                <a:ext uri="{FF2B5EF4-FFF2-40B4-BE49-F238E27FC236}">
                  <a16:creationId xmlns:a16="http://schemas.microsoft.com/office/drawing/2014/main" id="{2AFC3631-A5C5-BA4B-4114-48944C5F6688}"/>
                </a:ext>
              </a:extLst>
            </p:cNvPr>
            <p:cNvSpPr/>
            <p:nvPr/>
          </p:nvSpPr>
          <p:spPr>
            <a:xfrm>
              <a:off x="7486897" y="2541047"/>
              <a:ext cx="177657" cy="184150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DEE59C29-A316-2758-16A2-4D10B497443E}"/>
                </a:ext>
              </a:extLst>
            </p:cNvPr>
            <p:cNvSpPr/>
            <p:nvPr/>
          </p:nvSpPr>
          <p:spPr>
            <a:xfrm>
              <a:off x="7746713" y="2433402"/>
              <a:ext cx="973667" cy="372533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/>
                <a:t>提供業務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B35E80D-C95D-18B4-9E47-F664A71F0A14}"/>
                </a:ext>
              </a:extLst>
            </p:cNvPr>
            <p:cNvSpPr/>
            <p:nvPr/>
          </p:nvSpPr>
          <p:spPr>
            <a:xfrm>
              <a:off x="7264399" y="2251302"/>
              <a:ext cx="575733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>
                  <a:solidFill>
                    <a:schemeClr val="tx1">
                      <a:lumMod val="75000"/>
                    </a:schemeClr>
                  </a:solidFill>
                </a:rPr>
                <a:t>手動</a:t>
              </a:r>
            </a:p>
          </p:txBody>
        </p:sp>
      </p:grpSp>
      <p:sp>
        <p:nvSpPr>
          <p:cNvPr id="38" name="橢圓 37">
            <a:extLst>
              <a:ext uri="{FF2B5EF4-FFF2-40B4-BE49-F238E27FC236}">
                <a16:creationId xmlns:a16="http://schemas.microsoft.com/office/drawing/2014/main" id="{B38CD46D-8464-C42C-65C5-1E3483036E7A}"/>
              </a:ext>
            </a:extLst>
          </p:cNvPr>
          <p:cNvSpPr/>
          <p:nvPr/>
        </p:nvSpPr>
        <p:spPr>
          <a:xfrm>
            <a:off x="169476" y="1492526"/>
            <a:ext cx="753389" cy="6858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300" b="1" dirty="0">
                <a:solidFill>
                  <a:schemeClr val="tx1">
                    <a:lumMod val="75000"/>
                  </a:schemeClr>
                </a:solidFill>
              </a:rPr>
              <a:t>原先</a:t>
            </a:r>
            <a:endParaRPr lang="en-US" altLang="zh-TW" sz="1300" b="1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zh-TW" altLang="en-US" sz="1300" b="1" dirty="0">
                <a:solidFill>
                  <a:schemeClr val="tx1">
                    <a:lumMod val="75000"/>
                  </a:schemeClr>
                </a:solidFill>
              </a:rPr>
              <a:t>作法</a:t>
            </a: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A00D599F-6CCC-0277-A8E1-BBB96D852D00}"/>
              </a:ext>
            </a:extLst>
          </p:cNvPr>
          <p:cNvSpPr/>
          <p:nvPr/>
        </p:nvSpPr>
        <p:spPr>
          <a:xfrm>
            <a:off x="163619" y="2629540"/>
            <a:ext cx="751743" cy="685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00" b="1" dirty="0">
                <a:solidFill>
                  <a:schemeClr val="tx1">
                    <a:lumMod val="75000"/>
                  </a:schemeClr>
                </a:solidFill>
              </a:rPr>
              <a:t>RPA</a:t>
            </a:r>
            <a:r>
              <a:rPr lang="zh-TW" altLang="en-US" sz="1300" b="1" dirty="0">
                <a:solidFill>
                  <a:schemeClr val="tx1">
                    <a:lumMod val="75000"/>
                  </a:schemeClr>
                </a:solidFill>
              </a:rPr>
              <a:t>作法</a:t>
            </a: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51CC5DA1-033D-5527-1B47-7F50E1DAC0F4}"/>
              </a:ext>
            </a:extLst>
          </p:cNvPr>
          <p:cNvGrpSpPr/>
          <p:nvPr/>
        </p:nvGrpSpPr>
        <p:grpSpPr>
          <a:xfrm>
            <a:off x="1151461" y="2607548"/>
            <a:ext cx="7561879" cy="558810"/>
            <a:chOff x="1151467" y="2251302"/>
            <a:chExt cx="7561879" cy="558810"/>
          </a:xfrm>
        </p:grpSpPr>
        <p:sp>
          <p:nvSpPr>
            <p:cNvPr id="41" name="矩形: 圓角 40">
              <a:extLst>
                <a:ext uri="{FF2B5EF4-FFF2-40B4-BE49-F238E27FC236}">
                  <a16:creationId xmlns:a16="http://schemas.microsoft.com/office/drawing/2014/main" id="{31F54A9F-134A-2D93-AA64-4137534C62DB}"/>
                </a:ext>
              </a:extLst>
            </p:cNvPr>
            <p:cNvSpPr/>
            <p:nvPr/>
          </p:nvSpPr>
          <p:spPr>
            <a:xfrm>
              <a:off x="1151467" y="2421473"/>
              <a:ext cx="973667" cy="37253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/>
                <a:t>客戶檔案</a:t>
              </a:r>
            </a:p>
          </p:txBody>
        </p:sp>
        <p:sp>
          <p:nvSpPr>
            <p:cNvPr id="42" name="箭號: 向右 41">
              <a:extLst>
                <a:ext uri="{FF2B5EF4-FFF2-40B4-BE49-F238E27FC236}">
                  <a16:creationId xmlns:a16="http://schemas.microsoft.com/office/drawing/2014/main" id="{E1B9A30F-8DD3-2873-9ED8-ED70DAF88F38}"/>
                </a:ext>
              </a:extLst>
            </p:cNvPr>
            <p:cNvSpPr/>
            <p:nvPr/>
          </p:nvSpPr>
          <p:spPr>
            <a:xfrm>
              <a:off x="2192866" y="2514605"/>
              <a:ext cx="177657" cy="184150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矩形: 圓角 42">
              <a:extLst>
                <a:ext uri="{FF2B5EF4-FFF2-40B4-BE49-F238E27FC236}">
                  <a16:creationId xmlns:a16="http://schemas.microsoft.com/office/drawing/2014/main" id="{CFAFF58C-B620-E6F1-90AC-0834D8CFA17E}"/>
                </a:ext>
              </a:extLst>
            </p:cNvPr>
            <p:cNvSpPr/>
            <p:nvPr/>
          </p:nvSpPr>
          <p:spPr>
            <a:xfrm>
              <a:off x="2438396" y="2429934"/>
              <a:ext cx="973667" cy="37253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/>
                <a:t>整理為</a:t>
              </a:r>
              <a:r>
                <a:rPr lang="en-US" altLang="zh-TW" sz="900" dirty="0"/>
                <a:t>Excel</a:t>
              </a:r>
            </a:p>
            <a:p>
              <a:pPr algn="ctr"/>
              <a:r>
                <a:rPr lang="zh-TW" altLang="en-US" sz="900" dirty="0"/>
                <a:t>公版檔</a:t>
              </a:r>
              <a:endParaRPr lang="en-US" altLang="zh-TW" sz="90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FA79AA5-75A1-AE2C-E1E1-2C794518B05B}"/>
                </a:ext>
              </a:extLst>
            </p:cNvPr>
            <p:cNvSpPr/>
            <p:nvPr/>
          </p:nvSpPr>
          <p:spPr>
            <a:xfrm>
              <a:off x="1993827" y="2251311"/>
              <a:ext cx="575733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>
                  <a:solidFill>
                    <a:schemeClr val="tx1">
                      <a:lumMod val="75000"/>
                    </a:schemeClr>
                  </a:solidFill>
                </a:rPr>
                <a:t>手動</a:t>
              </a:r>
            </a:p>
          </p:txBody>
        </p:sp>
        <p:sp>
          <p:nvSpPr>
            <p:cNvPr id="45" name="箭號: 向右 44">
              <a:extLst>
                <a:ext uri="{FF2B5EF4-FFF2-40B4-BE49-F238E27FC236}">
                  <a16:creationId xmlns:a16="http://schemas.microsoft.com/office/drawing/2014/main" id="{5FE94536-B297-ED5C-6527-4B5F383D3BC8}"/>
                </a:ext>
              </a:extLst>
            </p:cNvPr>
            <p:cNvSpPr/>
            <p:nvPr/>
          </p:nvSpPr>
          <p:spPr>
            <a:xfrm>
              <a:off x="3488269" y="2531533"/>
              <a:ext cx="177657" cy="184150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DD24D1B-9A43-ABAE-09D0-6AF693299960}"/>
                </a:ext>
              </a:extLst>
            </p:cNvPr>
            <p:cNvSpPr/>
            <p:nvPr/>
          </p:nvSpPr>
          <p:spPr>
            <a:xfrm>
              <a:off x="3301983" y="2259779"/>
              <a:ext cx="575733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>
                  <a:solidFill>
                    <a:srgbClr val="0000FF"/>
                  </a:solidFill>
                </a:rPr>
                <a:t>RPA</a:t>
              </a:r>
              <a:endParaRPr lang="zh-TW" altLang="en-US" sz="1000" dirty="0">
                <a:solidFill>
                  <a:srgbClr val="0000FF"/>
                </a:solidFill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7804473-524C-CE12-CFB0-9BE0E2ABBCF5}"/>
                </a:ext>
              </a:extLst>
            </p:cNvPr>
            <p:cNvSpPr/>
            <p:nvPr/>
          </p:nvSpPr>
          <p:spPr>
            <a:xfrm>
              <a:off x="4622804" y="2251311"/>
              <a:ext cx="575733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>
                  <a:solidFill>
                    <a:schemeClr val="tx1">
                      <a:lumMod val="75000"/>
                    </a:schemeClr>
                  </a:solidFill>
                </a:rPr>
                <a:t>手動</a:t>
              </a:r>
            </a:p>
          </p:txBody>
        </p:sp>
        <p:sp>
          <p:nvSpPr>
            <p:cNvPr id="48" name="矩形: 圓角 47">
              <a:extLst>
                <a:ext uri="{FF2B5EF4-FFF2-40B4-BE49-F238E27FC236}">
                  <a16:creationId xmlns:a16="http://schemas.microsoft.com/office/drawing/2014/main" id="{BDBA9117-6CE9-4E0E-3B8B-0E65DCB9868E}"/>
                </a:ext>
              </a:extLst>
            </p:cNvPr>
            <p:cNvSpPr/>
            <p:nvPr/>
          </p:nvSpPr>
          <p:spPr>
            <a:xfrm>
              <a:off x="3776131" y="2429928"/>
              <a:ext cx="973667" cy="37253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/>
                <a:t>提供權責單位確認內容</a:t>
              </a:r>
            </a:p>
          </p:txBody>
        </p:sp>
        <p:sp>
          <p:nvSpPr>
            <p:cNvPr id="49" name="箭號: 向右 48">
              <a:extLst>
                <a:ext uri="{FF2B5EF4-FFF2-40B4-BE49-F238E27FC236}">
                  <a16:creationId xmlns:a16="http://schemas.microsoft.com/office/drawing/2014/main" id="{ECE53BD3-80BA-5D79-4900-468B8E24FF22}"/>
                </a:ext>
              </a:extLst>
            </p:cNvPr>
            <p:cNvSpPr/>
            <p:nvPr/>
          </p:nvSpPr>
          <p:spPr>
            <a:xfrm>
              <a:off x="4842928" y="2542861"/>
              <a:ext cx="177657" cy="184150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矩形: 圓角 49">
              <a:extLst>
                <a:ext uri="{FF2B5EF4-FFF2-40B4-BE49-F238E27FC236}">
                  <a16:creationId xmlns:a16="http://schemas.microsoft.com/office/drawing/2014/main" id="{B2212E77-4DBE-B815-7FAE-962053F4C96B}"/>
                </a:ext>
              </a:extLst>
            </p:cNvPr>
            <p:cNvSpPr/>
            <p:nvPr/>
          </p:nvSpPr>
          <p:spPr>
            <a:xfrm>
              <a:off x="5113715" y="2437579"/>
              <a:ext cx="973667" cy="37253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/>
                <a:t>各單位確認</a:t>
              </a:r>
              <a:endParaRPr lang="en-US" altLang="zh-TW" sz="900" dirty="0"/>
            </a:p>
            <a:p>
              <a:pPr algn="ctr"/>
              <a:r>
                <a:rPr lang="zh-TW" altLang="en-US" sz="900" dirty="0"/>
                <a:t>資料是否增</a:t>
              </a:r>
              <a:r>
                <a:rPr lang="en-US" altLang="zh-TW" sz="900" dirty="0"/>
                <a:t>/</a:t>
              </a:r>
              <a:r>
                <a:rPr lang="zh-TW" altLang="en-US" sz="900" dirty="0"/>
                <a:t>修</a:t>
              </a:r>
            </a:p>
          </p:txBody>
        </p:sp>
        <p:sp>
          <p:nvSpPr>
            <p:cNvPr id="51" name="箭號: 向右 50">
              <a:extLst>
                <a:ext uri="{FF2B5EF4-FFF2-40B4-BE49-F238E27FC236}">
                  <a16:creationId xmlns:a16="http://schemas.microsoft.com/office/drawing/2014/main" id="{7EC62FF2-2516-A2D8-304A-58124FA20CF0}"/>
                </a:ext>
              </a:extLst>
            </p:cNvPr>
            <p:cNvSpPr/>
            <p:nvPr/>
          </p:nvSpPr>
          <p:spPr>
            <a:xfrm>
              <a:off x="6178867" y="2531153"/>
              <a:ext cx="177657" cy="184150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: 圓角 51">
              <a:extLst>
                <a:ext uri="{FF2B5EF4-FFF2-40B4-BE49-F238E27FC236}">
                  <a16:creationId xmlns:a16="http://schemas.microsoft.com/office/drawing/2014/main" id="{AFE0DD5C-A694-6699-9654-48B268D0D1B0}"/>
                </a:ext>
              </a:extLst>
            </p:cNvPr>
            <p:cNvSpPr/>
            <p:nvPr/>
          </p:nvSpPr>
          <p:spPr>
            <a:xfrm>
              <a:off x="6426046" y="2437573"/>
              <a:ext cx="973667" cy="37253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/>
                <a:t>有誤</a:t>
              </a:r>
              <a:r>
                <a:rPr lang="en-US" altLang="zh-TW" sz="900" dirty="0"/>
                <a:t>,</a:t>
              </a:r>
              <a:r>
                <a:rPr lang="zh-TW" altLang="en-US" sz="900" dirty="0"/>
                <a:t>及不足</a:t>
              </a:r>
              <a:endParaRPr lang="en-US" altLang="zh-TW" sz="900" dirty="0"/>
            </a:p>
            <a:p>
              <a:pPr algn="ctr"/>
              <a:r>
                <a:rPr lang="zh-TW" altLang="en-US" sz="900" dirty="0"/>
                <a:t>資料追蹤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F6E83FAB-FD4D-D214-CD72-63699FB72D86}"/>
                </a:ext>
              </a:extLst>
            </p:cNvPr>
            <p:cNvSpPr/>
            <p:nvPr/>
          </p:nvSpPr>
          <p:spPr>
            <a:xfrm>
              <a:off x="6019799" y="2251308"/>
              <a:ext cx="575733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>
                  <a:solidFill>
                    <a:schemeClr val="tx1">
                      <a:lumMod val="75000"/>
                    </a:schemeClr>
                  </a:solidFill>
                </a:rPr>
                <a:t>手動</a:t>
              </a:r>
            </a:p>
          </p:txBody>
        </p:sp>
        <p:sp>
          <p:nvSpPr>
            <p:cNvPr id="54" name="箭號: 向右 53">
              <a:extLst>
                <a:ext uri="{FF2B5EF4-FFF2-40B4-BE49-F238E27FC236}">
                  <a16:creationId xmlns:a16="http://schemas.microsoft.com/office/drawing/2014/main" id="{CB027A39-2B39-D5FE-03EC-01303FEF83EF}"/>
                </a:ext>
              </a:extLst>
            </p:cNvPr>
            <p:cNvSpPr/>
            <p:nvPr/>
          </p:nvSpPr>
          <p:spPr>
            <a:xfrm>
              <a:off x="7486897" y="2541047"/>
              <a:ext cx="177657" cy="184150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矩形: 圓角 54">
              <a:extLst>
                <a:ext uri="{FF2B5EF4-FFF2-40B4-BE49-F238E27FC236}">
                  <a16:creationId xmlns:a16="http://schemas.microsoft.com/office/drawing/2014/main" id="{498315FD-1933-C620-CD35-FBA50A45BAF2}"/>
                </a:ext>
              </a:extLst>
            </p:cNvPr>
            <p:cNvSpPr/>
            <p:nvPr/>
          </p:nvSpPr>
          <p:spPr>
            <a:xfrm>
              <a:off x="7739679" y="2419334"/>
              <a:ext cx="973667" cy="37253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/>
                <a:t>提供業務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4583CC74-A6D1-E82C-2DE8-3D979918321A}"/>
                </a:ext>
              </a:extLst>
            </p:cNvPr>
            <p:cNvSpPr/>
            <p:nvPr/>
          </p:nvSpPr>
          <p:spPr>
            <a:xfrm>
              <a:off x="7264399" y="2251302"/>
              <a:ext cx="575733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>
                  <a:solidFill>
                    <a:schemeClr val="tx1">
                      <a:lumMod val="75000"/>
                    </a:schemeClr>
                  </a:solidFill>
                </a:rPr>
                <a:t>手動</a:t>
              </a:r>
            </a:p>
          </p:txBody>
        </p:sp>
      </p:grp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95DE3EF2-BFD6-7B32-4D72-2D813DC5D787}"/>
              </a:ext>
            </a:extLst>
          </p:cNvPr>
          <p:cNvCxnSpPr>
            <a:cxnSpLocks/>
          </p:cNvCxnSpPr>
          <p:nvPr/>
        </p:nvCxnSpPr>
        <p:spPr>
          <a:xfrm flipV="1">
            <a:off x="3589059" y="3166352"/>
            <a:ext cx="0" cy="46528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1F77AB9C-C617-4A26-7302-378948B6549E}"/>
              </a:ext>
            </a:extLst>
          </p:cNvPr>
          <p:cNvSpPr/>
          <p:nvPr/>
        </p:nvSpPr>
        <p:spPr>
          <a:xfrm>
            <a:off x="2899052" y="3641187"/>
            <a:ext cx="1351204" cy="534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>
                <a:solidFill>
                  <a:srgbClr val="C00000"/>
                </a:solidFill>
              </a:rPr>
              <a:t>抓</a:t>
            </a:r>
            <a:r>
              <a:rPr lang="en-US" altLang="zh-TW" sz="1000" dirty="0">
                <a:solidFill>
                  <a:srgbClr val="C00000"/>
                </a:solidFill>
              </a:rPr>
              <a:t>”</a:t>
            </a:r>
            <a:r>
              <a:rPr lang="zh-TW" altLang="en-US" sz="1000" dirty="0">
                <a:solidFill>
                  <a:srgbClr val="C00000"/>
                </a:solidFill>
              </a:rPr>
              <a:t>關鍵字</a:t>
            </a:r>
            <a:r>
              <a:rPr lang="en-US" altLang="zh-TW" sz="1000" dirty="0">
                <a:solidFill>
                  <a:srgbClr val="C00000"/>
                </a:solidFill>
              </a:rPr>
              <a:t>”</a:t>
            </a:r>
            <a:r>
              <a:rPr lang="zh-TW" altLang="en-US" sz="1000" dirty="0">
                <a:solidFill>
                  <a:srgbClr val="C00000"/>
                </a:solidFill>
              </a:rPr>
              <a:t>產出對應回覆、</a:t>
            </a:r>
            <a:r>
              <a:rPr lang="en-US" altLang="zh-TW" sz="1000" dirty="0">
                <a:solidFill>
                  <a:srgbClr val="C00000"/>
                </a:solidFill>
              </a:rPr>
              <a:t>SOP</a:t>
            </a:r>
            <a:r>
              <a:rPr lang="zh-TW" altLang="en-US" sz="1000" dirty="0">
                <a:solidFill>
                  <a:srgbClr val="C00000"/>
                </a:solidFill>
              </a:rPr>
              <a:t>名稱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F9D79E3-80CB-574A-1B76-7D1534CD537B}"/>
              </a:ext>
            </a:extLst>
          </p:cNvPr>
          <p:cNvSpPr/>
          <p:nvPr/>
        </p:nvSpPr>
        <p:spPr>
          <a:xfrm>
            <a:off x="5614802" y="4071927"/>
            <a:ext cx="2942251" cy="37253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*預估減少一半作業時間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E5ED3D-137A-62D6-E43B-80C31976657D}"/>
              </a:ext>
            </a:extLst>
          </p:cNvPr>
          <p:cNvSpPr/>
          <p:nvPr/>
        </p:nvSpPr>
        <p:spPr>
          <a:xfrm>
            <a:off x="2173819" y="3168259"/>
            <a:ext cx="1417247" cy="463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>
                <a:solidFill>
                  <a:schemeClr val="accent2"/>
                </a:solidFill>
              </a:rPr>
              <a:t>附件</a:t>
            </a:r>
            <a:r>
              <a:rPr lang="en-US" altLang="zh-TW" sz="1000" dirty="0">
                <a:solidFill>
                  <a:schemeClr val="accent2"/>
                </a:solidFill>
              </a:rPr>
              <a:t>1</a:t>
            </a:r>
            <a:r>
              <a:rPr lang="zh-TW" altLang="en-US" sz="1000" dirty="0">
                <a:solidFill>
                  <a:schemeClr val="accent2"/>
                </a:solidFill>
              </a:rPr>
              <a:t> 空白表</a:t>
            </a:r>
            <a:r>
              <a:rPr lang="en-US" altLang="zh-TW" sz="1000" dirty="0">
                <a:solidFill>
                  <a:schemeClr val="accent2"/>
                </a:solidFill>
              </a:rPr>
              <a:t>(</a:t>
            </a:r>
            <a:r>
              <a:rPr lang="zh-TW" altLang="en-US" sz="1000" dirty="0">
                <a:solidFill>
                  <a:schemeClr val="accent2"/>
                </a:solidFill>
              </a:rPr>
              <a:t>無題目</a:t>
            </a:r>
            <a:r>
              <a:rPr lang="en-US" altLang="zh-TW" sz="1000" dirty="0">
                <a:solidFill>
                  <a:schemeClr val="accent2"/>
                </a:solidFill>
              </a:rPr>
              <a:t>)</a:t>
            </a:r>
          </a:p>
          <a:p>
            <a:pPr algn="ctr"/>
            <a:r>
              <a:rPr lang="zh-TW" altLang="en-US" sz="1000" dirty="0">
                <a:solidFill>
                  <a:schemeClr val="accent2"/>
                </a:solidFill>
              </a:rPr>
              <a:t>客戶需求彙整檔</a:t>
            </a:r>
            <a:r>
              <a:rPr lang="en-US" altLang="zh-TW" sz="1000" dirty="0">
                <a:solidFill>
                  <a:schemeClr val="accent2"/>
                </a:solidFill>
              </a:rPr>
              <a:t>(</a:t>
            </a:r>
            <a:r>
              <a:rPr lang="zh-TW" altLang="en-US" sz="1000" dirty="0">
                <a:solidFill>
                  <a:schemeClr val="accent2"/>
                </a:solidFill>
              </a:rPr>
              <a:t>公版</a:t>
            </a:r>
            <a:r>
              <a:rPr lang="en-US" altLang="zh-TW" sz="1000" dirty="0">
                <a:solidFill>
                  <a:schemeClr val="accent2"/>
                </a:solidFill>
              </a:rPr>
              <a:t>)</a:t>
            </a:r>
            <a:endParaRPr lang="zh-TW" altLang="en-US" sz="1000" dirty="0">
              <a:solidFill>
                <a:schemeClr val="accent2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57BBB6-3FB5-9054-F9BD-F32293980F53}"/>
              </a:ext>
            </a:extLst>
          </p:cNvPr>
          <p:cNvSpPr/>
          <p:nvPr/>
        </p:nvSpPr>
        <p:spPr>
          <a:xfrm>
            <a:off x="2901689" y="4024127"/>
            <a:ext cx="1374740" cy="6441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>
                <a:solidFill>
                  <a:schemeClr val="accent2"/>
                </a:solidFill>
              </a:rPr>
              <a:t>使用：</a:t>
            </a:r>
            <a:endParaRPr lang="en-US" altLang="zh-TW" sz="1000" dirty="0">
              <a:solidFill>
                <a:schemeClr val="accent2"/>
              </a:solidFill>
            </a:endParaRPr>
          </a:p>
          <a:p>
            <a:pPr algn="ctr"/>
            <a:r>
              <a:rPr lang="zh-TW" altLang="en-US" sz="1000" dirty="0">
                <a:solidFill>
                  <a:schemeClr val="accent2"/>
                </a:solidFill>
              </a:rPr>
              <a:t>附件</a:t>
            </a:r>
            <a:r>
              <a:rPr lang="en-US" altLang="zh-TW" sz="1000" dirty="0">
                <a:solidFill>
                  <a:schemeClr val="accent2"/>
                </a:solidFill>
              </a:rPr>
              <a:t>2</a:t>
            </a:r>
            <a:r>
              <a:rPr lang="zh-TW" altLang="en-US" sz="1000" dirty="0">
                <a:solidFill>
                  <a:schemeClr val="accent2"/>
                </a:solidFill>
              </a:rPr>
              <a:t>測試樣本</a:t>
            </a:r>
            <a:endParaRPr lang="en-US" altLang="zh-TW" sz="1000" dirty="0">
              <a:solidFill>
                <a:schemeClr val="accent2"/>
              </a:solidFill>
            </a:endParaRPr>
          </a:p>
          <a:p>
            <a:pPr algn="ctr"/>
            <a:r>
              <a:rPr lang="zh-TW" altLang="en-US" sz="1000" dirty="0">
                <a:solidFill>
                  <a:schemeClr val="accent2"/>
                </a:solidFill>
              </a:rPr>
              <a:t>附件</a:t>
            </a:r>
            <a:r>
              <a:rPr lang="en-US" altLang="zh-TW" sz="1000" dirty="0">
                <a:solidFill>
                  <a:schemeClr val="accent2"/>
                </a:solidFill>
              </a:rPr>
              <a:t>3</a:t>
            </a:r>
            <a:r>
              <a:rPr lang="zh-TW" altLang="en-US" sz="1000" dirty="0">
                <a:solidFill>
                  <a:schemeClr val="accent2"/>
                </a:solidFill>
              </a:rPr>
              <a:t>資料庫</a:t>
            </a:r>
            <a:endParaRPr lang="en-US" altLang="zh-TW" sz="1000" dirty="0">
              <a:solidFill>
                <a:schemeClr val="accent2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A269E1-E84B-1352-7D63-72571498F9B5}"/>
              </a:ext>
            </a:extLst>
          </p:cNvPr>
          <p:cNvSpPr/>
          <p:nvPr/>
        </p:nvSpPr>
        <p:spPr>
          <a:xfrm>
            <a:off x="2854514" y="2370985"/>
            <a:ext cx="1424552" cy="2332890"/>
          </a:xfrm>
          <a:prstGeom prst="rect">
            <a:avLst/>
          </a:prstGeom>
          <a:noFill/>
          <a:ln w="38100">
            <a:solidFill>
              <a:srgbClr val="C00000">
                <a:alpha val="6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>
                  <a:alpha val="23000"/>
                </a:schemeClr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CAB3F42-B118-A548-DA59-E9D20684B5D7}"/>
              </a:ext>
            </a:extLst>
          </p:cNvPr>
          <p:cNvSpPr txBox="1"/>
          <p:nvPr/>
        </p:nvSpPr>
        <p:spPr>
          <a:xfrm>
            <a:off x="3639791" y="3227854"/>
            <a:ext cx="12639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000" dirty="0">
                <a:solidFill>
                  <a:schemeClr val="accent2"/>
                </a:solidFill>
              </a:rPr>
              <a:t>附件</a:t>
            </a:r>
            <a:r>
              <a:rPr lang="en-US" altLang="zh-TW" sz="1000" dirty="0">
                <a:solidFill>
                  <a:schemeClr val="accent2"/>
                </a:solidFill>
              </a:rPr>
              <a:t>2</a:t>
            </a:r>
            <a:r>
              <a:rPr lang="zh-TW" altLang="en-US" sz="1000" dirty="0">
                <a:solidFill>
                  <a:schemeClr val="accent2"/>
                </a:solidFill>
              </a:rPr>
              <a:t> 測試樣本</a:t>
            </a:r>
            <a:endParaRPr lang="en-US" altLang="zh-TW" sz="1000" dirty="0">
              <a:solidFill>
                <a:schemeClr val="accent2"/>
              </a:solidFill>
            </a:endParaRPr>
          </a:p>
          <a:p>
            <a:pPr algn="ctr"/>
            <a:r>
              <a:rPr lang="en-US" altLang="zh-TW" sz="1000" dirty="0">
                <a:solidFill>
                  <a:schemeClr val="accent2"/>
                </a:solidFill>
              </a:rPr>
              <a:t>(</a:t>
            </a:r>
            <a:r>
              <a:rPr lang="zh-TW" altLang="en-US" sz="1000" dirty="0">
                <a:solidFill>
                  <a:schemeClr val="accent2"/>
                </a:solidFill>
              </a:rPr>
              <a:t>將變成一份完整檔</a:t>
            </a:r>
            <a:r>
              <a:rPr lang="en-US" altLang="zh-TW" sz="1000" dirty="0">
                <a:solidFill>
                  <a:schemeClr val="accent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3211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62" grpId="0"/>
      <p:bldP spid="6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9E807F-3D64-CCE4-F1E8-1E7C6E41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0957" y="268096"/>
            <a:ext cx="8506123" cy="480600"/>
          </a:xfrm>
        </p:spPr>
        <p:txBody>
          <a:bodyPr/>
          <a:lstStyle/>
          <a:p>
            <a:r>
              <a:rPr lang="en-US" altLang="zh-TW" dirty="0"/>
              <a:t>RPA</a:t>
            </a:r>
            <a:r>
              <a:rPr lang="zh-TW" altLang="en-US" dirty="0"/>
              <a:t>操作步驟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B279DD-7625-AD2B-C616-C2882AFC0D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20957" y="845155"/>
            <a:ext cx="2863843" cy="369084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zh-TW" altLang="en-US" sz="1400" dirty="0"/>
              <a:t>步驟：將</a:t>
            </a:r>
            <a:r>
              <a:rPr lang="zh-TW" altLang="en-US" sz="1400" b="1" u="sng" dirty="0"/>
              <a:t>附件</a:t>
            </a:r>
            <a:r>
              <a:rPr lang="en-US" altLang="zh-TW" sz="1400" b="1" u="sng" dirty="0"/>
              <a:t>2 -</a:t>
            </a:r>
            <a:r>
              <a:rPr lang="zh-TW" altLang="en-US" sz="1400" b="1" u="sng" dirty="0"/>
              <a:t> </a:t>
            </a:r>
            <a:r>
              <a:rPr lang="en-US" altLang="zh-TW" sz="1400" b="1" u="sng" dirty="0"/>
              <a:t>C</a:t>
            </a:r>
            <a:r>
              <a:rPr lang="zh-TW" altLang="en-US" sz="1400" b="1" u="sng" dirty="0"/>
              <a:t>欄</a:t>
            </a:r>
            <a:r>
              <a:rPr lang="zh-TW" altLang="en-US" sz="1400" dirty="0"/>
              <a:t>的題目，透過關鍵字比對，比對</a:t>
            </a:r>
            <a:r>
              <a:rPr lang="zh-TW" altLang="en-US" sz="1400" b="1" u="sng" dirty="0"/>
              <a:t>附件</a:t>
            </a:r>
            <a:r>
              <a:rPr lang="en-US" altLang="zh-TW" sz="1400" b="1" u="sng" dirty="0"/>
              <a:t>3</a:t>
            </a:r>
            <a:r>
              <a:rPr lang="zh-TW" altLang="en-US" sz="1400" b="1" u="sng" dirty="0"/>
              <a:t> </a:t>
            </a:r>
            <a:r>
              <a:rPr lang="en-US" altLang="zh-TW" sz="1400" b="1" u="sng" dirty="0"/>
              <a:t>-</a:t>
            </a:r>
            <a:r>
              <a:rPr lang="zh-TW" altLang="en-US" sz="1400" b="1" u="sng" dirty="0"/>
              <a:t> </a:t>
            </a:r>
            <a:r>
              <a:rPr lang="en-US" altLang="zh-TW" sz="1400" b="1" u="sng" dirty="0"/>
              <a:t>B</a:t>
            </a:r>
            <a:r>
              <a:rPr lang="zh-TW" altLang="en-US" sz="1400" b="1" u="sng" dirty="0"/>
              <a:t>欄、</a:t>
            </a:r>
            <a:r>
              <a:rPr lang="en-US" altLang="zh-TW" sz="1400" b="1" u="sng" dirty="0"/>
              <a:t>C</a:t>
            </a:r>
            <a:r>
              <a:rPr lang="zh-TW" altLang="en-US" sz="1400" b="1" u="sng" dirty="0"/>
              <a:t>欄</a:t>
            </a:r>
            <a:r>
              <a:rPr lang="zh-TW" altLang="en-US" sz="1400" dirty="0"/>
              <a:t>，抓出資料庫中最相似內容所存放的欄位。</a:t>
            </a:r>
            <a:endParaRPr lang="en-US" altLang="zh-TW" sz="1400" dirty="0"/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zh-TW" altLang="en-US" sz="1400" b="1" dirty="0">
                <a:solidFill>
                  <a:schemeClr val="accent5">
                    <a:lumMod val="75000"/>
                  </a:schemeClr>
                </a:solidFill>
              </a:rPr>
              <a:t>詢問技術問題</a:t>
            </a:r>
            <a:r>
              <a:rPr lang="zh-TW" altLang="en-US" sz="1400" dirty="0"/>
              <a:t>：是否</a:t>
            </a:r>
            <a:r>
              <a:rPr lang="zh-TW" altLang="en-US" sz="1400" b="1" u="sng" dirty="0"/>
              <a:t>附件</a:t>
            </a:r>
            <a:r>
              <a:rPr lang="en-US" altLang="zh-TW" sz="1400" b="1" u="sng" dirty="0"/>
              <a:t>2 -</a:t>
            </a:r>
            <a:r>
              <a:rPr lang="zh-TW" altLang="en-US" sz="1400" b="1" u="sng" dirty="0"/>
              <a:t> </a:t>
            </a:r>
            <a:r>
              <a:rPr lang="en-US" altLang="zh-TW" sz="1400" b="1" u="sng" dirty="0"/>
              <a:t>C</a:t>
            </a:r>
            <a:r>
              <a:rPr lang="zh-TW" altLang="en-US" sz="1400" b="1" u="sng" dirty="0"/>
              <a:t>欄</a:t>
            </a:r>
            <a:r>
              <a:rPr lang="zh-TW" altLang="en-US" sz="1400" dirty="0"/>
              <a:t>可以先比對</a:t>
            </a:r>
            <a:r>
              <a:rPr lang="zh-TW" altLang="en-US" sz="1400" b="1" u="sng" dirty="0"/>
              <a:t>附件</a:t>
            </a:r>
            <a:r>
              <a:rPr lang="en-US" altLang="zh-TW" sz="1400" b="1" u="sng" dirty="0"/>
              <a:t>3</a:t>
            </a:r>
            <a:r>
              <a:rPr lang="zh-TW" altLang="en-US" sz="1400" b="1" u="sng" dirty="0"/>
              <a:t> </a:t>
            </a:r>
            <a:r>
              <a:rPr lang="en-US" altLang="zh-TW" sz="1400" b="1" u="sng" dirty="0"/>
              <a:t>-</a:t>
            </a:r>
            <a:r>
              <a:rPr lang="zh-TW" altLang="en-US" sz="1400" b="1" u="sng" dirty="0"/>
              <a:t> </a:t>
            </a:r>
            <a:r>
              <a:rPr lang="en-US" altLang="zh-TW" sz="1400" b="1" u="sng" dirty="0"/>
              <a:t>B</a:t>
            </a:r>
            <a:r>
              <a:rPr lang="zh-TW" altLang="en-US" sz="1400" b="1" u="sng" dirty="0"/>
              <a:t>欄</a:t>
            </a:r>
            <a:r>
              <a:rPr lang="en-US" altLang="zh-TW" sz="1400" b="1" u="sng" dirty="0"/>
              <a:t>(</a:t>
            </a:r>
            <a:r>
              <a:rPr lang="zh-TW" altLang="en-US" sz="1400" b="1" u="sng" dirty="0"/>
              <a:t>行為準則</a:t>
            </a:r>
            <a:r>
              <a:rPr lang="en-US" altLang="zh-TW" sz="1400" b="1" u="sng" dirty="0"/>
              <a:t>)</a:t>
            </a:r>
            <a:r>
              <a:rPr lang="zh-TW" altLang="en-US" sz="1400" dirty="0"/>
              <a:t>，再接續比對</a:t>
            </a:r>
            <a:r>
              <a:rPr lang="zh-TW" altLang="en-US" sz="1400" b="1" u="sng" dirty="0"/>
              <a:t>附件</a:t>
            </a:r>
            <a:r>
              <a:rPr lang="en-US" altLang="zh-TW" sz="1400" b="1" u="sng" dirty="0"/>
              <a:t>3</a:t>
            </a:r>
            <a:r>
              <a:rPr lang="zh-TW" altLang="en-US" sz="1400" b="1" u="sng" dirty="0"/>
              <a:t> </a:t>
            </a:r>
            <a:r>
              <a:rPr lang="en-US" altLang="zh-TW" sz="1400" b="1" u="sng" dirty="0"/>
              <a:t>-</a:t>
            </a:r>
            <a:r>
              <a:rPr lang="zh-TW" altLang="en-US" sz="1400" b="1" u="sng" dirty="0"/>
              <a:t> </a:t>
            </a:r>
            <a:r>
              <a:rPr lang="en-US" altLang="zh-TW" sz="1400" b="1" u="sng" dirty="0"/>
              <a:t>C</a:t>
            </a:r>
            <a:r>
              <a:rPr lang="zh-TW" altLang="en-US" sz="1400" b="1" u="sng" dirty="0"/>
              <a:t>欄</a:t>
            </a:r>
            <a:r>
              <a:rPr lang="en-US" altLang="zh-TW" sz="1400" b="1" u="sng" dirty="0"/>
              <a:t>(</a:t>
            </a:r>
            <a:r>
              <a:rPr lang="zh-TW" altLang="en-US" sz="1400" b="1" u="sng" dirty="0"/>
              <a:t>關鍵字</a:t>
            </a:r>
            <a:r>
              <a:rPr lang="en-US" altLang="zh-TW" sz="1400" b="1" u="sng" dirty="0"/>
              <a:t>)</a:t>
            </a:r>
            <a:r>
              <a:rPr lang="zh-TW" altLang="en-US" sz="1400" b="1" u="sng" dirty="0"/>
              <a:t>？</a:t>
            </a:r>
            <a:r>
              <a:rPr lang="zh-TW" altLang="en-US" sz="1400" b="1" dirty="0">
                <a:solidFill>
                  <a:schemeClr val="accent5">
                    <a:lumMod val="75000"/>
                  </a:schemeClr>
                </a:solidFill>
              </a:rPr>
              <a:t>機器人操作上是否會當機？</a:t>
            </a:r>
            <a:endParaRPr lang="en-US" altLang="zh-TW" sz="14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zh-TW" altLang="en-US" sz="1400" dirty="0"/>
              <a:t>目的：因為有時候客戶問卷的題目，會先註明清楚是屬於哪一項</a:t>
            </a:r>
            <a:r>
              <a:rPr lang="en-US" altLang="zh-TW" sz="1400" dirty="0"/>
              <a:t>RBA</a:t>
            </a:r>
            <a:r>
              <a:rPr lang="zh-TW" altLang="en-US" sz="1400" dirty="0"/>
              <a:t>行為準則。而</a:t>
            </a:r>
            <a:r>
              <a:rPr lang="en-US" altLang="zh-TW" sz="1400" dirty="0"/>
              <a:t>C</a:t>
            </a:r>
            <a:r>
              <a:rPr lang="zh-TW" altLang="en-US" sz="1400" dirty="0"/>
              <a:t>欄關鍵字重複性高，若先比對</a:t>
            </a:r>
            <a:r>
              <a:rPr lang="en-US" altLang="zh-TW" sz="1400" dirty="0"/>
              <a:t>B</a:t>
            </a:r>
            <a:r>
              <a:rPr lang="zh-TW" altLang="en-US" sz="1400" dirty="0"/>
              <a:t>欄後跑出來的結果正確度更高。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9BFD982-595D-8E09-0DA0-4C171A730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90" y="2521933"/>
            <a:ext cx="5312378" cy="221151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AFA4DDC-79EF-AD43-9A3E-90D62F6F1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90" y="160738"/>
            <a:ext cx="5300881" cy="231079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07E263A-15BD-00DB-EA4A-E2F22CA53002}"/>
              </a:ext>
            </a:extLst>
          </p:cNvPr>
          <p:cNvSpPr/>
          <p:nvPr/>
        </p:nvSpPr>
        <p:spPr>
          <a:xfrm>
            <a:off x="4183200" y="2081764"/>
            <a:ext cx="1576800" cy="222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bg1"/>
                </a:solidFill>
              </a:rPr>
              <a:t>附件</a:t>
            </a:r>
            <a:r>
              <a:rPr lang="en-US" altLang="zh-TW" sz="1200" dirty="0">
                <a:solidFill>
                  <a:schemeClr val="bg1"/>
                </a:solidFill>
              </a:rPr>
              <a:t>2</a:t>
            </a:r>
            <a:r>
              <a:rPr lang="zh-TW" altLang="en-US" sz="1200" dirty="0">
                <a:solidFill>
                  <a:schemeClr val="bg1"/>
                </a:solidFill>
              </a:rPr>
              <a:t> 測試樣本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57CB57-1776-8EF2-3756-DA54E50B8A3E}"/>
              </a:ext>
            </a:extLst>
          </p:cNvPr>
          <p:cNvSpPr/>
          <p:nvPr/>
        </p:nvSpPr>
        <p:spPr>
          <a:xfrm>
            <a:off x="4183200" y="4416250"/>
            <a:ext cx="1497600" cy="222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>
                <a:solidFill>
                  <a:schemeClr val="bg1"/>
                </a:solidFill>
              </a:rPr>
              <a:t>附件</a:t>
            </a:r>
            <a:r>
              <a:rPr lang="en-US" altLang="zh-TW" sz="1200" dirty="0">
                <a:solidFill>
                  <a:schemeClr val="bg1"/>
                </a:solidFill>
              </a:rPr>
              <a:t>3</a:t>
            </a:r>
            <a:r>
              <a:rPr lang="zh-TW" altLang="en-US" sz="1200" dirty="0">
                <a:solidFill>
                  <a:schemeClr val="bg1"/>
                </a:solidFill>
              </a:rPr>
              <a:t> 資料庫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9BD790-F32E-6958-46B2-B41F7F56BED9}"/>
              </a:ext>
            </a:extLst>
          </p:cNvPr>
          <p:cNvSpPr/>
          <p:nvPr/>
        </p:nvSpPr>
        <p:spPr>
          <a:xfrm>
            <a:off x="1440001" y="160738"/>
            <a:ext cx="1339200" cy="2310795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FC41D7-5AC0-842F-76C1-D2A0C14636A9}"/>
              </a:ext>
            </a:extLst>
          </p:cNvPr>
          <p:cNvSpPr/>
          <p:nvPr/>
        </p:nvSpPr>
        <p:spPr>
          <a:xfrm>
            <a:off x="835200" y="2521933"/>
            <a:ext cx="1324800" cy="2211519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上 13">
            <a:extLst>
              <a:ext uri="{FF2B5EF4-FFF2-40B4-BE49-F238E27FC236}">
                <a16:creationId xmlns:a16="http://schemas.microsoft.com/office/drawing/2014/main" id="{7C095113-3C35-F709-1045-708A3ECBACEA}"/>
              </a:ext>
            </a:extLst>
          </p:cNvPr>
          <p:cNvSpPr/>
          <p:nvPr/>
        </p:nvSpPr>
        <p:spPr>
          <a:xfrm rot="13729890">
            <a:off x="2088001" y="2400395"/>
            <a:ext cx="115199" cy="225343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A07500A-9FD4-A9D3-2512-118D9FAA8611}"/>
              </a:ext>
            </a:extLst>
          </p:cNvPr>
          <p:cNvSpPr/>
          <p:nvPr/>
        </p:nvSpPr>
        <p:spPr>
          <a:xfrm>
            <a:off x="197523" y="2013299"/>
            <a:ext cx="1112207" cy="3054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bg1"/>
                </a:solidFill>
              </a:rPr>
              <a:t>關鍵字比對</a:t>
            </a:r>
          </a:p>
        </p:txBody>
      </p:sp>
    </p:spTree>
    <p:extLst>
      <p:ext uri="{BB962C8B-B14F-4D97-AF65-F5344CB8AC3E}">
        <p14:creationId xmlns:p14="http://schemas.microsoft.com/office/powerpoint/2010/main" val="2791921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CC833557-F439-76A0-4BB4-20A8924C25EF}"/>
              </a:ext>
            </a:extLst>
          </p:cNvPr>
          <p:cNvSpPr/>
          <p:nvPr/>
        </p:nvSpPr>
        <p:spPr>
          <a:xfrm>
            <a:off x="8336079" y="1603719"/>
            <a:ext cx="740880" cy="545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800" dirty="0">
                <a:solidFill>
                  <a:srgbClr val="004B9F"/>
                </a:solidFill>
              </a:rPr>
              <a:t>對照出：</a:t>
            </a:r>
            <a:endParaRPr lang="en-US" altLang="zh-TW" sz="800" dirty="0">
              <a:solidFill>
                <a:srgbClr val="004B9F"/>
              </a:solidFill>
            </a:endParaRPr>
          </a:p>
          <a:p>
            <a:pPr algn="ctr"/>
            <a:r>
              <a:rPr lang="zh-TW" altLang="en-US" sz="800" dirty="0">
                <a:solidFill>
                  <a:srgbClr val="004B9F"/>
                </a:solidFill>
              </a:rPr>
              <a:t>關鍵字</a:t>
            </a:r>
            <a:br>
              <a:rPr lang="en-US" altLang="zh-TW" sz="800" dirty="0">
                <a:solidFill>
                  <a:srgbClr val="004B9F"/>
                </a:solidFill>
              </a:rPr>
            </a:br>
            <a:r>
              <a:rPr lang="zh-TW" altLang="en-US" sz="800" b="1" dirty="0">
                <a:solidFill>
                  <a:srgbClr val="C00000"/>
                </a:solidFill>
              </a:rPr>
              <a:t>重覆「次數」</a:t>
            </a:r>
            <a:endParaRPr lang="en-US" altLang="zh-TW" sz="800" b="1" dirty="0">
              <a:solidFill>
                <a:srgbClr val="C00000"/>
              </a:solidFill>
            </a:endParaRPr>
          </a:p>
          <a:p>
            <a:pPr algn="ctr"/>
            <a:r>
              <a:rPr lang="zh-TW" altLang="en-US" sz="800" dirty="0">
                <a:solidFill>
                  <a:srgbClr val="004B9F"/>
                </a:solidFill>
              </a:rPr>
              <a:t>最高者</a:t>
            </a:r>
            <a:endParaRPr lang="en-US" altLang="zh-TW" sz="800" dirty="0">
              <a:solidFill>
                <a:srgbClr val="004B9F"/>
              </a:solidFill>
            </a:endParaRP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7BCD5CA0-0CA4-EA8A-364C-468FB1477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6" y="2503581"/>
            <a:ext cx="5625831" cy="231079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29E807F-3D64-CCE4-F1E8-1E7C6E41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4957" y="268096"/>
            <a:ext cx="8506123" cy="480600"/>
          </a:xfrm>
        </p:spPr>
        <p:txBody>
          <a:bodyPr/>
          <a:lstStyle/>
          <a:p>
            <a:r>
              <a:rPr lang="en-US" altLang="zh-TW" dirty="0"/>
              <a:t>RPA</a:t>
            </a:r>
            <a:r>
              <a:rPr lang="zh-TW" altLang="en-US" dirty="0"/>
              <a:t>操作步驟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B279DD-7625-AD2B-C616-C2882AFC0D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04957" y="845155"/>
            <a:ext cx="2863843" cy="379333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zh-TW" altLang="en-US" sz="1400" dirty="0"/>
              <a:t>路徑舉例：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AFA4DDC-79EF-AD43-9A3E-90D62F6F1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96" y="153538"/>
            <a:ext cx="5300881" cy="231079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07E263A-15BD-00DB-EA4A-E2F22CA53002}"/>
              </a:ext>
            </a:extLst>
          </p:cNvPr>
          <p:cNvSpPr/>
          <p:nvPr/>
        </p:nvSpPr>
        <p:spPr>
          <a:xfrm>
            <a:off x="4028706" y="2074564"/>
            <a:ext cx="1576800" cy="222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>
                <a:solidFill>
                  <a:schemeClr val="bg1"/>
                </a:solidFill>
              </a:rPr>
              <a:t>附件</a:t>
            </a:r>
            <a:r>
              <a:rPr lang="en-US" altLang="zh-TW" sz="1200" dirty="0">
                <a:solidFill>
                  <a:schemeClr val="bg1"/>
                </a:solidFill>
              </a:rPr>
              <a:t>2</a:t>
            </a:r>
            <a:r>
              <a:rPr lang="zh-TW" altLang="en-US" sz="1200" dirty="0">
                <a:solidFill>
                  <a:schemeClr val="bg1"/>
                </a:solidFill>
              </a:rPr>
              <a:t> 測試樣本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57CB57-1776-8EF2-3756-DA54E50B8A3E}"/>
              </a:ext>
            </a:extLst>
          </p:cNvPr>
          <p:cNvSpPr/>
          <p:nvPr/>
        </p:nvSpPr>
        <p:spPr>
          <a:xfrm>
            <a:off x="4028706" y="4409050"/>
            <a:ext cx="1497600" cy="222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>
                <a:solidFill>
                  <a:schemeClr val="bg1"/>
                </a:solidFill>
              </a:rPr>
              <a:t>附件</a:t>
            </a:r>
            <a:r>
              <a:rPr lang="en-US" altLang="zh-TW" sz="1200" dirty="0">
                <a:solidFill>
                  <a:schemeClr val="bg1"/>
                </a:solidFill>
              </a:rPr>
              <a:t>3</a:t>
            </a:r>
            <a:r>
              <a:rPr lang="zh-TW" altLang="en-US" sz="1200" dirty="0">
                <a:solidFill>
                  <a:schemeClr val="bg1"/>
                </a:solidFill>
              </a:rPr>
              <a:t> 資料庫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9BD790-F32E-6958-46B2-B41F7F56BED9}"/>
              </a:ext>
            </a:extLst>
          </p:cNvPr>
          <p:cNvSpPr/>
          <p:nvPr/>
        </p:nvSpPr>
        <p:spPr>
          <a:xfrm>
            <a:off x="1285507" y="1620000"/>
            <a:ext cx="1339200" cy="858733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FC41D7-5AC0-842F-76C1-D2A0C14636A9}"/>
              </a:ext>
            </a:extLst>
          </p:cNvPr>
          <p:cNvSpPr/>
          <p:nvPr/>
        </p:nvSpPr>
        <p:spPr>
          <a:xfrm>
            <a:off x="599132" y="2518881"/>
            <a:ext cx="511121" cy="2295496"/>
          </a:xfrm>
          <a:prstGeom prst="rect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上 13">
            <a:extLst>
              <a:ext uri="{FF2B5EF4-FFF2-40B4-BE49-F238E27FC236}">
                <a16:creationId xmlns:a16="http://schemas.microsoft.com/office/drawing/2014/main" id="{7C095113-3C35-F709-1045-708A3ECBACEA}"/>
              </a:ext>
            </a:extLst>
          </p:cNvPr>
          <p:cNvSpPr/>
          <p:nvPr/>
        </p:nvSpPr>
        <p:spPr>
          <a:xfrm rot="13729890">
            <a:off x="1097637" y="2303979"/>
            <a:ext cx="115199" cy="225343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A07500A-9FD4-A9D3-2512-118D9FAA8611}"/>
              </a:ext>
            </a:extLst>
          </p:cNvPr>
          <p:cNvSpPr/>
          <p:nvPr/>
        </p:nvSpPr>
        <p:spPr>
          <a:xfrm>
            <a:off x="70082" y="1996072"/>
            <a:ext cx="1112207" cy="3054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bg1"/>
                </a:solidFill>
              </a:rPr>
              <a:t>關鍵字比對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C673BF6-113F-AFA8-62C7-2CC37A4EF044}"/>
              </a:ext>
            </a:extLst>
          </p:cNvPr>
          <p:cNvSpPr/>
          <p:nvPr/>
        </p:nvSpPr>
        <p:spPr>
          <a:xfrm>
            <a:off x="6596797" y="1471251"/>
            <a:ext cx="551052" cy="21698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dirty="0"/>
              <a:t>有相同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873186-7933-AE6B-3E41-96CF42B47C73}"/>
              </a:ext>
            </a:extLst>
          </p:cNvPr>
          <p:cNvSpPr/>
          <p:nvPr/>
        </p:nvSpPr>
        <p:spPr>
          <a:xfrm>
            <a:off x="5723120" y="1799180"/>
            <a:ext cx="696691" cy="2849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800" dirty="0">
                <a:solidFill>
                  <a:srgbClr val="004B9F"/>
                </a:solidFill>
              </a:rPr>
              <a:t>關鍵字比對：</a:t>
            </a:r>
            <a:br>
              <a:rPr lang="en-US" altLang="zh-TW" sz="800" dirty="0">
                <a:solidFill>
                  <a:srgbClr val="004B9F"/>
                </a:solidFill>
              </a:rPr>
            </a:br>
            <a:r>
              <a:rPr lang="zh-TW" altLang="en-US" sz="800" dirty="0">
                <a:solidFill>
                  <a:srgbClr val="004B9F"/>
                </a:solidFill>
              </a:rPr>
              <a:t>青年勞工</a:t>
            </a:r>
            <a:endParaRPr lang="en-US" altLang="zh-TW" sz="800" dirty="0">
              <a:solidFill>
                <a:srgbClr val="004B9F"/>
              </a:solidFill>
            </a:endParaRP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34A1489E-55BB-0CDF-FCF0-968E74A13882}"/>
              </a:ext>
            </a:extLst>
          </p:cNvPr>
          <p:cNvSpPr/>
          <p:nvPr/>
        </p:nvSpPr>
        <p:spPr>
          <a:xfrm rot="20352528">
            <a:off x="6406377" y="1524146"/>
            <a:ext cx="116068" cy="1203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2EBC46C9-613D-2930-84E4-551810DF98E9}"/>
              </a:ext>
            </a:extLst>
          </p:cNvPr>
          <p:cNvSpPr/>
          <p:nvPr/>
        </p:nvSpPr>
        <p:spPr>
          <a:xfrm rot="1734134">
            <a:off x="6406608" y="2131373"/>
            <a:ext cx="116068" cy="1203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00E7976-5AAB-31D8-836D-CFFD2BABB77C}"/>
              </a:ext>
            </a:extLst>
          </p:cNvPr>
          <p:cNvSpPr/>
          <p:nvPr/>
        </p:nvSpPr>
        <p:spPr>
          <a:xfrm>
            <a:off x="6596797" y="2083036"/>
            <a:ext cx="551052" cy="21698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dirty="0"/>
              <a:t>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6E963B-EB8B-CDDA-5FB4-1C264229B79F}"/>
              </a:ext>
            </a:extLst>
          </p:cNvPr>
          <p:cNvSpPr/>
          <p:nvPr/>
        </p:nvSpPr>
        <p:spPr>
          <a:xfrm>
            <a:off x="6425715" y="1211215"/>
            <a:ext cx="907615" cy="2169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>
                <a:solidFill>
                  <a:srgbClr val="004B9F"/>
                </a:solidFill>
              </a:rPr>
              <a:t>附件</a:t>
            </a:r>
            <a:r>
              <a:rPr lang="en-US" altLang="zh-TW" sz="900" b="1" dirty="0">
                <a:solidFill>
                  <a:srgbClr val="004B9F"/>
                </a:solidFill>
              </a:rPr>
              <a:t>3 B</a:t>
            </a:r>
            <a:r>
              <a:rPr lang="zh-TW" altLang="en-US" sz="900" b="1" dirty="0">
                <a:solidFill>
                  <a:srgbClr val="004B9F"/>
                </a:solidFill>
              </a:rPr>
              <a:t>欄</a:t>
            </a:r>
            <a:endParaRPr lang="en-US" altLang="zh-TW" sz="900" b="1" dirty="0">
              <a:solidFill>
                <a:srgbClr val="004B9F"/>
              </a:solidFill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477BA02F-DF3F-7D64-21D4-A006DFA2B44E}"/>
              </a:ext>
            </a:extLst>
          </p:cNvPr>
          <p:cNvSpPr/>
          <p:nvPr/>
        </p:nvSpPr>
        <p:spPr>
          <a:xfrm>
            <a:off x="7225356" y="2131371"/>
            <a:ext cx="116068" cy="1203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E93FCBEA-C501-81D9-8A57-4FE44DE98F79}"/>
              </a:ext>
            </a:extLst>
          </p:cNvPr>
          <p:cNvSpPr/>
          <p:nvPr/>
        </p:nvSpPr>
        <p:spPr>
          <a:xfrm>
            <a:off x="7222478" y="1524656"/>
            <a:ext cx="116068" cy="1203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40321BB-2B31-E9E5-6FD4-5F257D776C4A}"/>
              </a:ext>
            </a:extLst>
          </p:cNvPr>
          <p:cNvSpPr/>
          <p:nvPr/>
        </p:nvSpPr>
        <p:spPr>
          <a:xfrm>
            <a:off x="7415460" y="1471251"/>
            <a:ext cx="740880" cy="21698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dirty="0"/>
              <a:t>再比對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D3F66A1-27CD-DCAB-25EF-641E758E7BE3}"/>
              </a:ext>
            </a:extLst>
          </p:cNvPr>
          <p:cNvSpPr/>
          <p:nvPr/>
        </p:nvSpPr>
        <p:spPr>
          <a:xfrm>
            <a:off x="7415460" y="2083036"/>
            <a:ext cx="744267" cy="21698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dirty="0"/>
              <a:t>重新比對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D2735A-149E-45FC-B921-19AD42E1AD84}"/>
              </a:ext>
            </a:extLst>
          </p:cNvPr>
          <p:cNvSpPr/>
          <p:nvPr/>
        </p:nvSpPr>
        <p:spPr>
          <a:xfrm>
            <a:off x="7333602" y="1211215"/>
            <a:ext cx="880449" cy="2169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>
                <a:solidFill>
                  <a:srgbClr val="004B9F"/>
                </a:solidFill>
              </a:rPr>
              <a:t>附件</a:t>
            </a:r>
            <a:r>
              <a:rPr lang="en-US" altLang="zh-TW" sz="900" b="1" dirty="0">
                <a:solidFill>
                  <a:srgbClr val="004B9F"/>
                </a:solidFill>
              </a:rPr>
              <a:t>3 C</a:t>
            </a:r>
            <a:r>
              <a:rPr lang="zh-TW" altLang="en-US" sz="900" b="1" dirty="0">
                <a:solidFill>
                  <a:srgbClr val="004B9F"/>
                </a:solidFill>
              </a:rPr>
              <a:t>欄</a:t>
            </a:r>
            <a:endParaRPr lang="en-US" altLang="zh-TW" sz="900" b="1" dirty="0">
              <a:solidFill>
                <a:srgbClr val="004B9F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AD89553-0357-5F97-5D33-4E4E5D1C9CC3}"/>
              </a:ext>
            </a:extLst>
          </p:cNvPr>
          <p:cNvSpPr/>
          <p:nvPr/>
        </p:nvSpPr>
        <p:spPr>
          <a:xfrm>
            <a:off x="7103500" y="1720365"/>
            <a:ext cx="1394146" cy="2169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800" dirty="0">
                <a:solidFill>
                  <a:schemeClr val="accent3"/>
                </a:solidFill>
              </a:rPr>
              <a:t>確定落在</a:t>
            </a:r>
            <a:endParaRPr lang="en-US" altLang="zh-TW" sz="800" dirty="0">
              <a:solidFill>
                <a:schemeClr val="accent3"/>
              </a:solidFill>
            </a:endParaRPr>
          </a:p>
          <a:p>
            <a:pPr algn="ctr"/>
            <a:r>
              <a:rPr lang="en-US" altLang="zh-TW" sz="800" dirty="0">
                <a:solidFill>
                  <a:schemeClr val="accent3"/>
                </a:solidFill>
              </a:rPr>
              <a:t>C11-C15</a:t>
            </a:r>
            <a:r>
              <a:rPr lang="zh-TW" altLang="en-US" sz="800" dirty="0">
                <a:solidFill>
                  <a:schemeClr val="accent3"/>
                </a:solidFill>
              </a:rPr>
              <a:t>欄之間</a:t>
            </a:r>
            <a:endParaRPr lang="en-US" altLang="zh-TW" sz="800" dirty="0">
              <a:solidFill>
                <a:schemeClr val="accent3"/>
              </a:solidFill>
            </a:endParaRPr>
          </a:p>
        </p:txBody>
      </p:sp>
      <p:sp>
        <p:nvSpPr>
          <p:cNvPr id="28" name="箭號: 向右 27">
            <a:extLst>
              <a:ext uri="{FF2B5EF4-FFF2-40B4-BE49-F238E27FC236}">
                <a16:creationId xmlns:a16="http://schemas.microsoft.com/office/drawing/2014/main" id="{B1AF6DD1-71B4-4064-BDB7-0BEECA0D76AE}"/>
              </a:ext>
            </a:extLst>
          </p:cNvPr>
          <p:cNvSpPr/>
          <p:nvPr/>
        </p:nvSpPr>
        <p:spPr>
          <a:xfrm>
            <a:off x="8221251" y="1828436"/>
            <a:ext cx="116068" cy="12031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B281F37-FABA-EDC0-7F09-F247FE4DB752}"/>
              </a:ext>
            </a:extLst>
          </p:cNvPr>
          <p:cNvSpPr/>
          <p:nvPr/>
        </p:nvSpPr>
        <p:spPr>
          <a:xfrm>
            <a:off x="1213216" y="2670725"/>
            <a:ext cx="4215583" cy="906979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上 30">
            <a:extLst>
              <a:ext uri="{FF2B5EF4-FFF2-40B4-BE49-F238E27FC236}">
                <a16:creationId xmlns:a16="http://schemas.microsoft.com/office/drawing/2014/main" id="{1BD7BA4B-D6B6-FBD1-EBCE-3AF183D595A1}"/>
              </a:ext>
            </a:extLst>
          </p:cNvPr>
          <p:cNvSpPr/>
          <p:nvPr/>
        </p:nvSpPr>
        <p:spPr>
          <a:xfrm rot="5400000">
            <a:off x="5694790" y="2470387"/>
            <a:ext cx="153821" cy="696690"/>
          </a:xfrm>
          <a:prstGeom prst="up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13766AA-98CC-54D1-9638-6A5B03D6E61F}"/>
              </a:ext>
            </a:extLst>
          </p:cNvPr>
          <p:cNvSpPr/>
          <p:nvPr/>
        </p:nvSpPr>
        <p:spPr>
          <a:xfrm>
            <a:off x="6215612" y="2665499"/>
            <a:ext cx="2443835" cy="7428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TW" altLang="en-US" sz="1200" dirty="0">
                <a:solidFill>
                  <a:schemeClr val="bg1"/>
                </a:solidFill>
              </a:rPr>
              <a:t>附件</a:t>
            </a:r>
            <a:r>
              <a:rPr lang="en-US" altLang="zh-TW" sz="1200" dirty="0">
                <a:solidFill>
                  <a:schemeClr val="bg1"/>
                </a:solidFill>
              </a:rPr>
              <a:t>3 </a:t>
            </a:r>
            <a:r>
              <a:rPr lang="zh-TW" altLang="en-US" sz="1200" dirty="0">
                <a:solidFill>
                  <a:schemeClr val="bg1"/>
                </a:solidFill>
              </a:rPr>
              <a:t>資料庫</a:t>
            </a:r>
            <a:r>
              <a:rPr lang="zh-TW" altLang="en-US" sz="1200" b="1" dirty="0">
                <a:solidFill>
                  <a:srgbClr val="C00000"/>
                </a:solidFill>
              </a:rPr>
              <a:t>特別綠底</a:t>
            </a:r>
            <a:r>
              <a:rPr lang="zh-TW" altLang="en-US" sz="1200" dirty="0">
                <a:solidFill>
                  <a:schemeClr val="bg1"/>
                </a:solidFill>
              </a:rPr>
              <a:t>的欄位：</a:t>
            </a:r>
            <a:endParaRPr lang="en-US" altLang="zh-TW" sz="12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zh-TW" altLang="en-US" sz="1200" b="1" u="sng" dirty="0">
                <a:solidFill>
                  <a:schemeClr val="bg1"/>
                </a:solidFill>
              </a:rPr>
              <a:t>彙整同一個行為準則中各個單題</a:t>
            </a:r>
            <a:r>
              <a:rPr lang="zh-TW" altLang="en-US" sz="1200" dirty="0">
                <a:solidFill>
                  <a:schemeClr val="bg1"/>
                </a:solidFill>
              </a:rPr>
              <a:t>，回答的「最詳細」</a:t>
            </a: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DDCF1DD7-9B8C-BB68-BCD4-A4C6ED941042}"/>
              </a:ext>
            </a:extLst>
          </p:cNvPr>
          <p:cNvCxnSpPr/>
          <p:nvPr/>
        </p:nvCxnSpPr>
        <p:spPr>
          <a:xfrm>
            <a:off x="5804957" y="2895643"/>
            <a:ext cx="0" cy="682061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5BB2A96D-825D-F016-BF2B-2799A03E8491}"/>
              </a:ext>
            </a:extLst>
          </p:cNvPr>
          <p:cNvCxnSpPr>
            <a:cxnSpLocks/>
          </p:cNvCxnSpPr>
          <p:nvPr/>
        </p:nvCxnSpPr>
        <p:spPr>
          <a:xfrm>
            <a:off x="5804957" y="3652843"/>
            <a:ext cx="0" cy="1161533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7DCEAE07-CAD5-B1DD-CC8D-C9F1911F3430}"/>
              </a:ext>
            </a:extLst>
          </p:cNvPr>
          <p:cNvSpPr txBox="1"/>
          <p:nvPr/>
        </p:nvSpPr>
        <p:spPr>
          <a:xfrm>
            <a:off x="5768943" y="2959849"/>
            <a:ext cx="346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1" dirty="0">
                <a:solidFill>
                  <a:schemeClr val="accent5"/>
                </a:solidFill>
              </a:rPr>
              <a:t>彙整</a:t>
            </a:r>
            <a:endParaRPr lang="zh-TW" altLang="en-US" sz="1200" dirty="0">
              <a:solidFill>
                <a:schemeClr val="accent5"/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45EE2086-2950-AC40-0E70-6906FC9BC757}"/>
              </a:ext>
            </a:extLst>
          </p:cNvPr>
          <p:cNvSpPr txBox="1"/>
          <p:nvPr/>
        </p:nvSpPr>
        <p:spPr>
          <a:xfrm>
            <a:off x="5768943" y="3956826"/>
            <a:ext cx="346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1" dirty="0">
                <a:solidFill>
                  <a:schemeClr val="accent5"/>
                </a:solidFill>
              </a:rPr>
              <a:t>單題</a:t>
            </a:r>
            <a:endParaRPr lang="zh-TW" altLang="en-US" sz="1200" dirty="0">
              <a:solidFill>
                <a:schemeClr val="accent5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FC7CDCA-5F21-22CE-47FB-6D0837F8AC90}"/>
              </a:ext>
            </a:extLst>
          </p:cNvPr>
          <p:cNvSpPr/>
          <p:nvPr/>
        </p:nvSpPr>
        <p:spPr>
          <a:xfrm>
            <a:off x="6248570" y="3739336"/>
            <a:ext cx="2370304" cy="523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TW" altLang="en-US" sz="1050" dirty="0">
                <a:solidFill>
                  <a:srgbClr val="004B9F"/>
                </a:solidFill>
              </a:rPr>
              <a:t>為避免發生該題要用彙整版的回答，</a:t>
            </a:r>
            <a:endParaRPr lang="en-US" altLang="zh-TW" sz="1050" dirty="0">
              <a:solidFill>
                <a:srgbClr val="004B9F"/>
              </a:solidFill>
            </a:endParaRPr>
          </a:p>
          <a:p>
            <a:pPr>
              <a:lnSpc>
                <a:spcPct val="120000"/>
              </a:lnSpc>
            </a:pPr>
            <a:r>
              <a:rPr lang="zh-TW" altLang="en-US" sz="1050" dirty="0">
                <a:solidFill>
                  <a:srgbClr val="004B9F"/>
                </a:solidFill>
              </a:rPr>
              <a:t>但跑出單題的回答之情況：</a:t>
            </a:r>
            <a:endParaRPr lang="en-US" altLang="zh-TW" sz="1050" dirty="0">
              <a:solidFill>
                <a:srgbClr val="004B9F"/>
              </a:solidFill>
            </a:endParaRPr>
          </a:p>
          <a:p>
            <a:pPr>
              <a:lnSpc>
                <a:spcPct val="120000"/>
              </a:lnSpc>
            </a:pPr>
            <a:r>
              <a:rPr lang="zh-TW" altLang="en-US" sz="1050" dirty="0">
                <a:solidFill>
                  <a:srgbClr val="004B9F"/>
                </a:solidFill>
              </a:rPr>
              <a:t>故需要以</a:t>
            </a:r>
            <a:r>
              <a:rPr lang="zh-TW" altLang="en-US" sz="1050" b="1" dirty="0">
                <a:solidFill>
                  <a:srgbClr val="C00000"/>
                </a:solidFill>
              </a:rPr>
              <a:t>關鍵字重覆「次數」最高</a:t>
            </a:r>
            <a:endParaRPr lang="en-US" altLang="zh-TW" sz="1050" b="1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zh-TW" altLang="en-US" sz="1050" dirty="0">
                <a:solidFill>
                  <a:srgbClr val="004B9F"/>
                </a:solidFill>
              </a:rPr>
              <a:t>作為決策結果。</a:t>
            </a:r>
            <a:endParaRPr lang="en-US" altLang="zh-TW" sz="1050" dirty="0">
              <a:solidFill>
                <a:srgbClr val="004B9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EA0C99-305A-175D-9D6C-88B402A42757}"/>
              </a:ext>
            </a:extLst>
          </p:cNvPr>
          <p:cNvSpPr/>
          <p:nvPr/>
        </p:nvSpPr>
        <p:spPr>
          <a:xfrm>
            <a:off x="6216039" y="3579135"/>
            <a:ext cx="2434485" cy="835900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A62949-5CA4-267B-3377-1969222416F6}"/>
              </a:ext>
            </a:extLst>
          </p:cNvPr>
          <p:cNvSpPr/>
          <p:nvPr/>
        </p:nvSpPr>
        <p:spPr>
          <a:xfrm>
            <a:off x="5605506" y="1582092"/>
            <a:ext cx="907615" cy="2169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>
                <a:solidFill>
                  <a:srgbClr val="004B9F"/>
                </a:solidFill>
              </a:rPr>
              <a:t>附件</a:t>
            </a:r>
            <a:r>
              <a:rPr lang="en-US" altLang="zh-TW" sz="900" b="1" dirty="0">
                <a:solidFill>
                  <a:srgbClr val="004B9F"/>
                </a:solidFill>
              </a:rPr>
              <a:t>2 C</a:t>
            </a:r>
            <a:r>
              <a:rPr lang="zh-TW" altLang="en-US" sz="900" b="1" dirty="0">
                <a:solidFill>
                  <a:srgbClr val="004B9F"/>
                </a:solidFill>
              </a:rPr>
              <a:t>欄</a:t>
            </a:r>
            <a:endParaRPr lang="en-US" altLang="zh-TW" sz="900" b="1" dirty="0">
              <a:solidFill>
                <a:srgbClr val="004B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510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0BA1F325-32EC-C931-9BE1-8310A14F3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04" y="124736"/>
            <a:ext cx="5347963" cy="23256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29E807F-3D64-CCE4-F1E8-1E7C6E41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0957" y="268096"/>
            <a:ext cx="8506123" cy="480600"/>
          </a:xfrm>
        </p:spPr>
        <p:txBody>
          <a:bodyPr/>
          <a:lstStyle/>
          <a:p>
            <a:r>
              <a:rPr lang="en-US" altLang="zh-TW" dirty="0"/>
              <a:t>RPA</a:t>
            </a:r>
            <a:r>
              <a:rPr lang="zh-TW" altLang="en-US" dirty="0"/>
              <a:t>操作步驟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B279DD-7625-AD2B-C616-C2882AFC0D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20957" y="845155"/>
            <a:ext cx="2863843" cy="3793331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1200"/>
              </a:spcBef>
            </a:pPr>
            <a:r>
              <a:rPr lang="zh-TW" altLang="en-US" sz="1400" dirty="0"/>
              <a:t>步驟：抓出資料庫中最相似內容所存放的欄位後，將</a:t>
            </a:r>
            <a:r>
              <a:rPr lang="zh-TW" altLang="en-US" sz="1400" b="1" u="sng" dirty="0"/>
              <a:t>附件</a:t>
            </a:r>
            <a:r>
              <a:rPr lang="en-US" altLang="zh-TW" sz="1400" b="1" u="sng" dirty="0"/>
              <a:t>3 - E</a:t>
            </a:r>
            <a:r>
              <a:rPr lang="zh-TW" altLang="en-US" sz="1400" b="1" u="sng" dirty="0"/>
              <a:t>欄</a:t>
            </a:r>
            <a:r>
              <a:rPr lang="en-US" altLang="zh-TW" sz="1400" b="1" u="sng" dirty="0"/>
              <a:t>(</a:t>
            </a:r>
            <a:r>
              <a:rPr lang="zh-TW" altLang="en-US" sz="1400" b="1" u="sng" dirty="0"/>
              <a:t>權責部門</a:t>
            </a:r>
            <a:r>
              <a:rPr lang="en-US" altLang="zh-TW" sz="1400" b="1" u="sng" dirty="0"/>
              <a:t>)</a:t>
            </a:r>
            <a:r>
              <a:rPr lang="zh-TW" altLang="en-US" sz="1400" dirty="0"/>
              <a:t> 內容導入</a:t>
            </a:r>
            <a:r>
              <a:rPr lang="zh-TW" altLang="en-US" sz="1400" b="1" u="sng" dirty="0"/>
              <a:t>附件</a:t>
            </a:r>
            <a:r>
              <a:rPr lang="en-US" altLang="zh-TW" sz="1400" b="1" u="sng" dirty="0"/>
              <a:t>2 - D</a:t>
            </a:r>
            <a:r>
              <a:rPr lang="zh-TW" altLang="en-US" sz="1400" b="1" u="sng" dirty="0"/>
              <a:t>欄</a:t>
            </a:r>
            <a:r>
              <a:rPr lang="en-US" altLang="zh-TW" sz="1400" b="1" u="sng" dirty="0"/>
              <a:t>(</a:t>
            </a:r>
            <a:r>
              <a:rPr lang="zh-TW" altLang="en-US" sz="1400" b="1" u="sng" dirty="0"/>
              <a:t>鑑別權責部門</a:t>
            </a:r>
            <a:r>
              <a:rPr lang="en-US" altLang="zh-TW" sz="1400" b="1" u="sng" dirty="0"/>
              <a:t>)</a:t>
            </a:r>
            <a:r>
              <a:rPr lang="zh-TW" altLang="en-US" sz="1400" dirty="0"/>
              <a:t>。以及將</a:t>
            </a:r>
            <a:r>
              <a:rPr lang="zh-TW" altLang="en-US" sz="1400" b="1" u="sng" dirty="0"/>
              <a:t>附件</a:t>
            </a:r>
            <a:r>
              <a:rPr lang="en-US" altLang="zh-TW" sz="1400" b="1" u="sng" dirty="0"/>
              <a:t>3 – F</a:t>
            </a:r>
            <a:r>
              <a:rPr lang="zh-TW" altLang="en-US" sz="1400" b="1" u="sng" dirty="0"/>
              <a:t>欄</a:t>
            </a:r>
            <a:r>
              <a:rPr lang="en-US" altLang="zh-TW" sz="1400" b="1" u="sng" dirty="0"/>
              <a:t>(</a:t>
            </a:r>
            <a:r>
              <a:rPr lang="zh-TW" altLang="en-US" sz="1400" b="1" u="sng" dirty="0"/>
              <a:t>目前現況</a:t>
            </a:r>
            <a:r>
              <a:rPr lang="en-US" altLang="zh-TW" sz="1400" b="1" u="sng" dirty="0"/>
              <a:t>/</a:t>
            </a:r>
            <a:r>
              <a:rPr lang="zh-TW" altLang="en-US" sz="1400" b="1" u="sng" dirty="0"/>
              <a:t>可能影響</a:t>
            </a:r>
            <a:r>
              <a:rPr lang="en-US" altLang="zh-TW" sz="1400" b="1" u="sng" dirty="0"/>
              <a:t>)</a:t>
            </a:r>
            <a:r>
              <a:rPr lang="zh-TW" altLang="en-US" sz="1400" dirty="0"/>
              <a:t> 內容導入</a:t>
            </a:r>
            <a:r>
              <a:rPr lang="zh-TW" altLang="en-US" sz="1400" b="1" u="sng" dirty="0"/>
              <a:t>附件</a:t>
            </a:r>
            <a:r>
              <a:rPr lang="en-US" altLang="zh-TW" sz="1400" b="1" u="sng" dirty="0"/>
              <a:t>2 - E</a:t>
            </a:r>
            <a:r>
              <a:rPr lang="zh-TW" altLang="en-US" sz="1400" b="1" u="sng" dirty="0"/>
              <a:t>欄</a:t>
            </a:r>
            <a:r>
              <a:rPr lang="en-US" altLang="zh-TW" sz="1400" b="1" u="sng" dirty="0"/>
              <a:t>(</a:t>
            </a:r>
            <a:r>
              <a:rPr lang="zh-TW" altLang="en-US" sz="1400" b="1" u="sng" dirty="0"/>
              <a:t>目前現況</a:t>
            </a:r>
            <a:r>
              <a:rPr lang="en-US" altLang="zh-TW" sz="1400" b="1" u="sng" dirty="0"/>
              <a:t>/</a:t>
            </a:r>
            <a:r>
              <a:rPr lang="zh-TW" altLang="en-US" sz="1400" b="1" u="sng" dirty="0"/>
              <a:t>可能影響</a:t>
            </a:r>
            <a:r>
              <a:rPr lang="en-US" altLang="zh-TW" sz="1400" b="1" u="sng" dirty="0"/>
              <a:t>)</a:t>
            </a:r>
            <a:endParaRPr lang="en-US" altLang="zh-TW" sz="14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9BFD982-595D-8E09-0DA0-4C171A730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90" y="2521933"/>
            <a:ext cx="5312378" cy="221151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07E263A-15BD-00DB-EA4A-E2F22CA53002}"/>
              </a:ext>
            </a:extLst>
          </p:cNvPr>
          <p:cNvSpPr/>
          <p:nvPr/>
        </p:nvSpPr>
        <p:spPr>
          <a:xfrm>
            <a:off x="4183200" y="2081764"/>
            <a:ext cx="1576800" cy="222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>
                <a:solidFill>
                  <a:schemeClr val="bg1"/>
                </a:solidFill>
              </a:rPr>
              <a:t>附件</a:t>
            </a:r>
            <a:r>
              <a:rPr lang="en-US" altLang="zh-TW" sz="1200" dirty="0">
                <a:solidFill>
                  <a:schemeClr val="bg1"/>
                </a:solidFill>
              </a:rPr>
              <a:t>2</a:t>
            </a:r>
            <a:r>
              <a:rPr lang="zh-TW" altLang="en-US" sz="1200" dirty="0">
                <a:solidFill>
                  <a:schemeClr val="bg1"/>
                </a:solidFill>
              </a:rPr>
              <a:t> 測試樣本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57CB57-1776-8EF2-3756-DA54E50B8A3E}"/>
              </a:ext>
            </a:extLst>
          </p:cNvPr>
          <p:cNvSpPr/>
          <p:nvPr/>
        </p:nvSpPr>
        <p:spPr>
          <a:xfrm>
            <a:off x="4183200" y="4416250"/>
            <a:ext cx="1497600" cy="222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>
                <a:solidFill>
                  <a:schemeClr val="bg1"/>
                </a:solidFill>
              </a:rPr>
              <a:t>附件</a:t>
            </a:r>
            <a:r>
              <a:rPr lang="en-US" altLang="zh-TW" sz="1200" dirty="0">
                <a:solidFill>
                  <a:schemeClr val="bg1"/>
                </a:solidFill>
              </a:rPr>
              <a:t>3</a:t>
            </a:r>
            <a:r>
              <a:rPr lang="zh-TW" altLang="en-US" sz="1200" dirty="0">
                <a:solidFill>
                  <a:schemeClr val="bg1"/>
                </a:solidFill>
              </a:rPr>
              <a:t> 資料庫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9BD790-F32E-6958-46B2-B41F7F56BED9}"/>
              </a:ext>
            </a:extLst>
          </p:cNvPr>
          <p:cNvSpPr/>
          <p:nvPr/>
        </p:nvSpPr>
        <p:spPr>
          <a:xfrm>
            <a:off x="2739057" y="124737"/>
            <a:ext cx="443343" cy="2339491"/>
          </a:xfrm>
          <a:prstGeom prst="rect">
            <a:avLst/>
          </a:prstGeom>
          <a:noFill/>
          <a:ln w="222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FC41D7-5AC0-842F-76C1-D2A0C14636A9}"/>
              </a:ext>
            </a:extLst>
          </p:cNvPr>
          <p:cNvSpPr/>
          <p:nvPr/>
        </p:nvSpPr>
        <p:spPr>
          <a:xfrm>
            <a:off x="3781011" y="2521933"/>
            <a:ext cx="402189" cy="2211519"/>
          </a:xfrm>
          <a:prstGeom prst="rect">
            <a:avLst/>
          </a:prstGeom>
          <a:noFill/>
          <a:ln w="222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C23FF9-B704-39EC-32C0-DE472A7D1E04}"/>
              </a:ext>
            </a:extLst>
          </p:cNvPr>
          <p:cNvSpPr/>
          <p:nvPr/>
        </p:nvSpPr>
        <p:spPr>
          <a:xfrm>
            <a:off x="4225195" y="2521932"/>
            <a:ext cx="1282805" cy="2211519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956ED8-6031-DECB-C813-F05F86188FF0}"/>
              </a:ext>
            </a:extLst>
          </p:cNvPr>
          <p:cNvSpPr/>
          <p:nvPr/>
        </p:nvSpPr>
        <p:spPr>
          <a:xfrm>
            <a:off x="3212608" y="124737"/>
            <a:ext cx="1012587" cy="2339491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上 13">
            <a:extLst>
              <a:ext uri="{FF2B5EF4-FFF2-40B4-BE49-F238E27FC236}">
                <a16:creationId xmlns:a16="http://schemas.microsoft.com/office/drawing/2014/main" id="{7C095113-3C35-F709-1045-708A3ECBACEA}"/>
              </a:ext>
            </a:extLst>
          </p:cNvPr>
          <p:cNvSpPr/>
          <p:nvPr/>
        </p:nvSpPr>
        <p:spPr>
          <a:xfrm rot="17591992">
            <a:off x="3392591" y="2245395"/>
            <a:ext cx="162441" cy="695909"/>
          </a:xfrm>
          <a:prstGeom prst="up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6" name="箭號: 向上 5">
            <a:extLst>
              <a:ext uri="{FF2B5EF4-FFF2-40B4-BE49-F238E27FC236}">
                <a16:creationId xmlns:a16="http://schemas.microsoft.com/office/drawing/2014/main" id="{283770CE-BD36-5FE9-99F2-AAEEAF11B9F3}"/>
              </a:ext>
            </a:extLst>
          </p:cNvPr>
          <p:cNvSpPr/>
          <p:nvPr/>
        </p:nvSpPr>
        <p:spPr>
          <a:xfrm rot="17591992">
            <a:off x="4337136" y="2160460"/>
            <a:ext cx="172896" cy="476107"/>
          </a:xfrm>
          <a:prstGeom prst="up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86014607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smtClean="0">
            <a:solidFill>
              <a:schemeClr val="tx2">
                <a:lumMod val="75000"/>
                <a:lumOff val="25000"/>
              </a:schemeClr>
            </a:solidFill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簡報1" id="{D253CB58-7CA0-4C76-A46D-C9972BD82A10}" vid="{AC47BD49-6094-467E-8D88-2A1BD6A598E8}"/>
    </a:ext>
  </a:extLst>
</a:theme>
</file>

<file path=ppt/theme/theme2.xml><?xml version="1.0" encoding="utf-8"?>
<a:theme xmlns:a="http://schemas.openxmlformats.org/drawingml/2006/main" name="2_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smtClean="0">
            <a:solidFill>
              <a:schemeClr val="tx2">
                <a:lumMod val="75000"/>
                <a:lumOff val="25000"/>
              </a:schemeClr>
            </a:solidFill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簡報1" id="{D253CB58-7CA0-4C76-A46D-C9972BD82A10}" vid="{4988FDC4-0B42-4826-8F4C-CDBE922888F7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1966</TotalTime>
  <Words>470</Words>
  <Application>Microsoft Office PowerPoint</Application>
  <PresentationFormat>如螢幕大小 (16:9)</PresentationFormat>
  <Paragraphs>79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Aptos</vt:lpstr>
      <vt:lpstr>Arial</vt:lpstr>
      <vt:lpstr>Roboto</vt:lpstr>
      <vt:lpstr>Roboto Light</vt:lpstr>
      <vt:lpstr>1_Office 佈景主題</vt:lpstr>
      <vt:lpstr>2_Office 佈景主題</vt:lpstr>
      <vt:lpstr>客戶問卷</vt:lpstr>
      <vt:lpstr>RPA操作步驟1</vt:lpstr>
      <vt:lpstr>RPA操作步驟1</vt:lpstr>
      <vt:lpstr>RPA操作步驟2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陳羿陵(Irene_Chen)</dc:creator>
  <cp:lastModifiedBy>Angela Shen 沈詠琪</cp:lastModifiedBy>
  <cp:revision>56</cp:revision>
  <cp:lastPrinted>2025-02-11T00:47:23Z</cp:lastPrinted>
  <dcterms:created xsi:type="dcterms:W3CDTF">2025-07-11T02:56:21Z</dcterms:created>
  <dcterms:modified xsi:type="dcterms:W3CDTF">2025-11-26T03:19:31Z</dcterms:modified>
</cp:coreProperties>
</file>